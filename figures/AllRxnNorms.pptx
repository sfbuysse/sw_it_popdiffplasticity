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62" r:id="rId2"/>
    <p:sldId id="261" r:id="rId3"/>
    <p:sldId id="256" r:id="rId4"/>
    <p:sldId id="263" r:id="rId5"/>
    <p:sldId id="264" r:id="rId6"/>
    <p:sldId id="265" r:id="rId7"/>
    <p:sldId id="266" r:id="rId8"/>
    <p:sldId id="267" r:id="rId9"/>
    <p:sldId id="268" r:id="rId10"/>
    <p:sldId id="269" r:id="rId11"/>
    <p:sldId id="270" r:id="rId12"/>
    <p:sldId id="271" r:id="rId13"/>
  </p:sldIdLst>
  <p:sldSz cx="12192000" cy="109728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ory" id="{31DC7595-DDE3-4ABE-B04F-79949ADE83CD}">
          <p14:sldIdLst>
            <p14:sldId id="262"/>
            <p14:sldId id="261"/>
            <p14:sldId id="256"/>
            <p14:sldId id="263"/>
          </p14:sldIdLst>
        </p14:section>
        <p14:section name="All" id="{2041A70D-7148-48BE-93FC-14F1A52951A7}">
          <p14:sldIdLst>
            <p14:sldId id="264"/>
            <p14:sldId id="265"/>
            <p14:sldId id="266"/>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8058" autoAdjust="0"/>
  </p:normalViewPr>
  <p:slideViewPr>
    <p:cSldViewPr snapToGrid="0">
      <p:cViewPr varScale="1">
        <p:scale>
          <a:sx n="39" d="100"/>
          <a:sy n="39" d="100"/>
        </p:scale>
        <p:origin x="2309"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uysse, Sophie" userId="b97a91af-7430-4a7c-b7aa-bedf51cd7b1e" providerId="ADAL" clId="{82869051-1B2F-4934-968A-C969E15B960C}"/>
    <pc:docChg chg="undo redo custSel addSld delSld modSld sldOrd addSection modSection">
      <pc:chgData name="Buysse, Sophie" userId="b97a91af-7430-4a7c-b7aa-bedf51cd7b1e" providerId="ADAL" clId="{82869051-1B2F-4934-968A-C969E15B960C}" dt="2024-08-07T20:33:03.157" v="4401" actId="20577"/>
      <pc:docMkLst>
        <pc:docMk/>
      </pc:docMkLst>
      <pc:sldChg chg="addSp delSp modSp mod modNotesTx">
        <pc:chgData name="Buysse, Sophie" userId="b97a91af-7430-4a7c-b7aa-bedf51cd7b1e" providerId="ADAL" clId="{82869051-1B2F-4934-968A-C969E15B960C}" dt="2024-08-07T20:27:58.448" v="4044" actId="20577"/>
        <pc:sldMkLst>
          <pc:docMk/>
          <pc:sldMk cId="1949603757" sldId="256"/>
        </pc:sldMkLst>
        <pc:spChg chg="add del mod">
          <ac:chgData name="Buysse, Sophie" userId="b97a91af-7430-4a7c-b7aa-bedf51cd7b1e" providerId="ADAL" clId="{82869051-1B2F-4934-968A-C969E15B960C}" dt="2024-08-06T18:37:54.822" v="667" actId="478"/>
          <ac:spMkLst>
            <pc:docMk/>
            <pc:sldMk cId="1949603757" sldId="256"/>
            <ac:spMk id="4" creationId="{13B60033-86F9-5E9A-CB50-AA1BB0BD9CDB}"/>
          </ac:spMkLst>
        </pc:spChg>
        <pc:spChg chg="add mod">
          <ac:chgData name="Buysse, Sophie" userId="b97a91af-7430-4a7c-b7aa-bedf51cd7b1e" providerId="ADAL" clId="{82869051-1B2F-4934-968A-C969E15B960C}" dt="2024-08-07T19:55:55.481" v="915" actId="1076"/>
          <ac:spMkLst>
            <pc:docMk/>
            <pc:sldMk cId="1949603757" sldId="256"/>
            <ac:spMk id="6" creationId="{9CC1FAE4-B224-429D-142D-F180B5F2A7E2}"/>
          </ac:spMkLst>
        </pc:spChg>
        <pc:spChg chg="add mod">
          <ac:chgData name="Buysse, Sophie" userId="b97a91af-7430-4a7c-b7aa-bedf51cd7b1e" providerId="ADAL" clId="{82869051-1B2F-4934-968A-C969E15B960C}" dt="2024-08-07T19:55:55.481" v="915" actId="1076"/>
          <ac:spMkLst>
            <pc:docMk/>
            <pc:sldMk cId="1949603757" sldId="256"/>
            <ac:spMk id="8" creationId="{6D4D44F5-6352-33F4-507F-D219D9E8D502}"/>
          </ac:spMkLst>
        </pc:spChg>
        <pc:spChg chg="add del mod">
          <ac:chgData name="Buysse, Sophie" userId="b97a91af-7430-4a7c-b7aa-bedf51cd7b1e" providerId="ADAL" clId="{82869051-1B2F-4934-968A-C969E15B960C}" dt="2024-08-07T19:55:39.989" v="912" actId="478"/>
          <ac:spMkLst>
            <pc:docMk/>
            <pc:sldMk cId="1949603757" sldId="256"/>
            <ac:spMk id="10" creationId="{9C83D862-5D1D-9EF9-667B-4BAC7F7077B9}"/>
          </ac:spMkLst>
        </pc:spChg>
        <pc:spChg chg="add mod">
          <ac:chgData name="Buysse, Sophie" userId="b97a91af-7430-4a7c-b7aa-bedf51cd7b1e" providerId="ADAL" clId="{82869051-1B2F-4934-968A-C969E15B960C}" dt="2024-08-07T19:55:50.041" v="914" actId="1076"/>
          <ac:spMkLst>
            <pc:docMk/>
            <pc:sldMk cId="1949603757" sldId="256"/>
            <ac:spMk id="12" creationId="{6F26012B-1B1F-2916-9C9D-6A260BCA8AB6}"/>
          </ac:spMkLst>
        </pc:spChg>
        <pc:spChg chg="add mod">
          <ac:chgData name="Buysse, Sophie" userId="b97a91af-7430-4a7c-b7aa-bedf51cd7b1e" providerId="ADAL" clId="{82869051-1B2F-4934-968A-C969E15B960C}" dt="2024-08-07T19:55:50.041" v="914" actId="1076"/>
          <ac:spMkLst>
            <pc:docMk/>
            <pc:sldMk cId="1949603757" sldId="256"/>
            <ac:spMk id="14" creationId="{9FBCB4B3-68A5-10CD-1E37-E0490CF9A9BC}"/>
          </ac:spMkLst>
        </pc:spChg>
        <pc:spChg chg="add del mod">
          <ac:chgData name="Buysse, Sophie" userId="b97a91af-7430-4a7c-b7aa-bedf51cd7b1e" providerId="ADAL" clId="{82869051-1B2F-4934-968A-C969E15B960C}" dt="2024-08-07T19:55:41.366" v="913" actId="478"/>
          <ac:spMkLst>
            <pc:docMk/>
            <pc:sldMk cId="1949603757" sldId="256"/>
            <ac:spMk id="16" creationId="{C1B10166-B5E0-F6A0-999C-245B3B05E6C4}"/>
          </ac:spMkLst>
        </pc:spChg>
        <pc:spChg chg="add mod">
          <ac:chgData name="Buysse, Sophie" userId="b97a91af-7430-4a7c-b7aa-bedf51cd7b1e" providerId="ADAL" clId="{82869051-1B2F-4934-968A-C969E15B960C}" dt="2024-08-06T18:46:02.815" v="831"/>
          <ac:spMkLst>
            <pc:docMk/>
            <pc:sldMk cId="1949603757" sldId="256"/>
            <ac:spMk id="18" creationId="{2A7C5144-07A1-DC2E-6B66-CEC81314D3F5}"/>
          </ac:spMkLst>
        </pc:spChg>
        <pc:picChg chg="add mod">
          <ac:chgData name="Buysse, Sophie" userId="b97a91af-7430-4a7c-b7aa-bedf51cd7b1e" providerId="ADAL" clId="{82869051-1B2F-4934-968A-C969E15B960C}" dt="2024-08-07T19:55:55.481" v="915" actId="1076"/>
          <ac:picMkLst>
            <pc:docMk/>
            <pc:sldMk cId="1949603757" sldId="256"/>
            <ac:picMk id="3" creationId="{1E015634-E56D-F74B-59EF-8B5A0EA3BF34}"/>
          </ac:picMkLst>
        </pc:picChg>
        <pc:picChg chg="del mod">
          <ac:chgData name="Buysse, Sophie" userId="b97a91af-7430-4a7c-b7aa-bedf51cd7b1e" providerId="ADAL" clId="{82869051-1B2F-4934-968A-C969E15B960C}" dt="2024-08-06T18:24:41.536" v="553" actId="478"/>
          <ac:picMkLst>
            <pc:docMk/>
            <pc:sldMk cId="1949603757" sldId="256"/>
            <ac:picMk id="5" creationId="{D86B1000-33E9-7E7C-BB69-F2F2E2732764}"/>
          </ac:picMkLst>
        </pc:picChg>
        <pc:picChg chg="del">
          <ac:chgData name="Buysse, Sophie" userId="b97a91af-7430-4a7c-b7aa-bedf51cd7b1e" providerId="ADAL" clId="{82869051-1B2F-4934-968A-C969E15B960C}" dt="2024-08-06T18:04:20.026" v="23" actId="478"/>
          <ac:picMkLst>
            <pc:docMk/>
            <pc:sldMk cId="1949603757" sldId="256"/>
            <ac:picMk id="7" creationId="{AD6D397F-7576-0A78-705C-87D5C55D3AAE}"/>
          </ac:picMkLst>
        </pc:picChg>
        <pc:picChg chg="del">
          <ac:chgData name="Buysse, Sophie" userId="b97a91af-7430-4a7c-b7aa-bedf51cd7b1e" providerId="ADAL" clId="{82869051-1B2F-4934-968A-C969E15B960C}" dt="2024-08-06T18:04:22.569" v="24" actId="478"/>
          <ac:picMkLst>
            <pc:docMk/>
            <pc:sldMk cId="1949603757" sldId="256"/>
            <ac:picMk id="9" creationId="{3C2B9192-831E-4361-0A53-F52BA619EBA5}"/>
          </ac:picMkLst>
        </pc:picChg>
        <pc:picChg chg="mod">
          <ac:chgData name="Buysse, Sophie" userId="b97a91af-7430-4a7c-b7aa-bedf51cd7b1e" providerId="ADAL" clId="{82869051-1B2F-4934-968A-C969E15B960C}" dt="2024-08-07T19:55:50.041" v="914" actId="1076"/>
          <ac:picMkLst>
            <pc:docMk/>
            <pc:sldMk cId="1949603757" sldId="256"/>
            <ac:picMk id="11" creationId="{54DD81B7-391C-EEBA-A99F-29FD8E532652}"/>
          </ac:picMkLst>
        </pc:picChg>
        <pc:picChg chg="del">
          <ac:chgData name="Buysse, Sophie" userId="b97a91af-7430-4a7c-b7aa-bedf51cd7b1e" providerId="ADAL" clId="{82869051-1B2F-4934-968A-C969E15B960C}" dt="2024-08-06T18:05:32.677" v="30" actId="478"/>
          <ac:picMkLst>
            <pc:docMk/>
            <pc:sldMk cId="1949603757" sldId="256"/>
            <ac:picMk id="13" creationId="{F68D4064-C5AD-A0B4-5F78-74A46FEA1FD5}"/>
          </ac:picMkLst>
        </pc:picChg>
        <pc:picChg chg="del">
          <ac:chgData name="Buysse, Sophie" userId="b97a91af-7430-4a7c-b7aa-bedf51cd7b1e" providerId="ADAL" clId="{82869051-1B2F-4934-968A-C969E15B960C}" dt="2024-08-06T18:04:58.761" v="28" actId="478"/>
          <ac:picMkLst>
            <pc:docMk/>
            <pc:sldMk cId="1949603757" sldId="256"/>
            <ac:picMk id="15" creationId="{302942E2-E392-490C-BA2F-D92669DA546C}"/>
          </ac:picMkLst>
        </pc:picChg>
        <pc:picChg chg="del">
          <ac:chgData name="Buysse, Sophie" userId="b97a91af-7430-4a7c-b7aa-bedf51cd7b1e" providerId="ADAL" clId="{82869051-1B2F-4934-968A-C969E15B960C}" dt="2024-08-06T18:04:54.591" v="27" actId="478"/>
          <ac:picMkLst>
            <pc:docMk/>
            <pc:sldMk cId="1949603757" sldId="256"/>
            <ac:picMk id="17" creationId="{E19C4F58-533A-D669-C69D-D3AC4C993CDF}"/>
          </ac:picMkLst>
        </pc:picChg>
        <pc:picChg chg="del mod">
          <ac:chgData name="Buysse, Sophie" userId="b97a91af-7430-4a7c-b7aa-bedf51cd7b1e" providerId="ADAL" clId="{82869051-1B2F-4934-968A-C969E15B960C}" dt="2024-08-06T18:05:50.411" v="32" actId="478"/>
          <ac:picMkLst>
            <pc:docMk/>
            <pc:sldMk cId="1949603757" sldId="256"/>
            <ac:picMk id="19" creationId="{9E54D57B-1436-E6C8-9505-BC497FEB2F3D}"/>
          </ac:picMkLst>
        </pc:picChg>
        <pc:picChg chg="del mod">
          <ac:chgData name="Buysse, Sophie" userId="b97a91af-7430-4a7c-b7aa-bedf51cd7b1e" providerId="ADAL" clId="{82869051-1B2F-4934-968A-C969E15B960C}" dt="2024-08-06T18:24:55.435" v="560" actId="478"/>
          <ac:picMkLst>
            <pc:docMk/>
            <pc:sldMk cId="1949603757" sldId="256"/>
            <ac:picMk id="21" creationId="{BF5FCDCC-EFE7-D5B4-EA8C-5917CE786E1C}"/>
          </ac:picMkLst>
        </pc:picChg>
        <pc:picChg chg="del">
          <ac:chgData name="Buysse, Sophie" userId="b97a91af-7430-4a7c-b7aa-bedf51cd7b1e" providerId="ADAL" clId="{82869051-1B2F-4934-968A-C969E15B960C}" dt="2024-08-06T18:06:10.742" v="36" actId="478"/>
          <ac:picMkLst>
            <pc:docMk/>
            <pc:sldMk cId="1949603757" sldId="256"/>
            <ac:picMk id="23" creationId="{517B2EAF-D7DD-12E7-168C-527DF52AC928}"/>
          </ac:picMkLst>
        </pc:picChg>
        <pc:picChg chg="del mod">
          <ac:chgData name="Buysse, Sophie" userId="b97a91af-7430-4a7c-b7aa-bedf51cd7b1e" providerId="ADAL" clId="{82869051-1B2F-4934-968A-C969E15B960C}" dt="2024-08-06T18:24:55.032" v="559" actId="478"/>
          <ac:picMkLst>
            <pc:docMk/>
            <pc:sldMk cId="1949603757" sldId="256"/>
            <ac:picMk id="25" creationId="{29CF95C0-7FF2-B578-219E-12EBA7BC5CA0}"/>
          </ac:picMkLst>
        </pc:picChg>
        <pc:picChg chg="del">
          <ac:chgData name="Buysse, Sophie" userId="b97a91af-7430-4a7c-b7aa-bedf51cd7b1e" providerId="ADAL" clId="{82869051-1B2F-4934-968A-C969E15B960C}" dt="2024-08-06T18:07:17.331" v="40" actId="478"/>
          <ac:picMkLst>
            <pc:docMk/>
            <pc:sldMk cId="1949603757" sldId="256"/>
            <ac:picMk id="29" creationId="{06F1C32B-DD9B-6DE7-7FD5-E7464E07E742}"/>
          </ac:picMkLst>
        </pc:picChg>
        <pc:picChg chg="del mod">
          <ac:chgData name="Buysse, Sophie" userId="b97a91af-7430-4a7c-b7aa-bedf51cd7b1e" providerId="ADAL" clId="{82869051-1B2F-4934-968A-C969E15B960C}" dt="2024-08-06T18:24:54.141" v="557" actId="478"/>
          <ac:picMkLst>
            <pc:docMk/>
            <pc:sldMk cId="1949603757" sldId="256"/>
            <ac:picMk id="31" creationId="{143255F0-3C7A-1C8D-AFD3-6FB85A46AFE8}"/>
          </ac:picMkLst>
        </pc:picChg>
        <pc:picChg chg="del">
          <ac:chgData name="Buysse, Sophie" userId="b97a91af-7430-4a7c-b7aa-bedf51cd7b1e" providerId="ADAL" clId="{82869051-1B2F-4934-968A-C969E15B960C}" dt="2024-08-06T18:07:18.448" v="41" actId="478"/>
          <ac:picMkLst>
            <pc:docMk/>
            <pc:sldMk cId="1949603757" sldId="256"/>
            <ac:picMk id="33" creationId="{08FE9FD3-84FB-7C98-5C76-62D42F5B2FD3}"/>
          </ac:picMkLst>
        </pc:picChg>
        <pc:picChg chg="del mod">
          <ac:chgData name="Buysse, Sophie" userId="b97a91af-7430-4a7c-b7aa-bedf51cd7b1e" providerId="ADAL" clId="{82869051-1B2F-4934-968A-C969E15B960C}" dt="2024-08-06T18:24:54.594" v="558" actId="478"/>
          <ac:picMkLst>
            <pc:docMk/>
            <pc:sldMk cId="1949603757" sldId="256"/>
            <ac:picMk id="35" creationId="{006FBEA2-B0EE-8574-DB43-0F3918410C4E}"/>
          </ac:picMkLst>
        </pc:picChg>
        <pc:picChg chg="del mod">
          <ac:chgData name="Buysse, Sophie" userId="b97a91af-7430-4a7c-b7aa-bedf51cd7b1e" providerId="ADAL" clId="{82869051-1B2F-4934-968A-C969E15B960C}" dt="2024-08-06T18:09:26.897" v="61" actId="478"/>
          <ac:picMkLst>
            <pc:docMk/>
            <pc:sldMk cId="1949603757" sldId="256"/>
            <ac:picMk id="37" creationId="{914F39CC-18F3-2E9F-B388-8CE8E64499BB}"/>
          </ac:picMkLst>
        </pc:picChg>
        <pc:picChg chg="del">
          <ac:chgData name="Buysse, Sophie" userId="b97a91af-7430-4a7c-b7aa-bedf51cd7b1e" providerId="ADAL" clId="{82869051-1B2F-4934-968A-C969E15B960C}" dt="2024-08-06T18:04:02.545" v="22" actId="478"/>
          <ac:picMkLst>
            <pc:docMk/>
            <pc:sldMk cId="1949603757" sldId="256"/>
            <ac:picMk id="39" creationId="{F974E94F-93A6-184C-BE20-6B39CAF02332}"/>
          </ac:picMkLst>
        </pc:picChg>
        <pc:picChg chg="del">
          <ac:chgData name="Buysse, Sophie" userId="b97a91af-7430-4a7c-b7aa-bedf51cd7b1e" providerId="ADAL" clId="{82869051-1B2F-4934-968A-C969E15B960C}" dt="2024-08-06T18:04:00.734" v="21" actId="478"/>
          <ac:picMkLst>
            <pc:docMk/>
            <pc:sldMk cId="1949603757" sldId="256"/>
            <ac:picMk id="41" creationId="{8186D7EA-BB39-9CE6-6E0C-B38104AA3503}"/>
          </ac:picMkLst>
        </pc:picChg>
        <pc:picChg chg="mod ord">
          <ac:chgData name="Buysse, Sophie" userId="b97a91af-7430-4a7c-b7aa-bedf51cd7b1e" providerId="ADAL" clId="{82869051-1B2F-4934-968A-C969E15B960C}" dt="2024-08-07T19:55:50.041" v="914" actId="1076"/>
          <ac:picMkLst>
            <pc:docMk/>
            <pc:sldMk cId="1949603757" sldId="256"/>
            <ac:picMk id="43" creationId="{53550CA7-DBCB-C0E8-BACE-35D4012D7E1A}"/>
          </ac:picMkLst>
        </pc:picChg>
        <pc:picChg chg="del">
          <ac:chgData name="Buysse, Sophie" userId="b97a91af-7430-4a7c-b7aa-bedf51cd7b1e" providerId="ADAL" clId="{82869051-1B2F-4934-968A-C969E15B960C}" dt="2024-08-06T18:04:39.995" v="25" actId="478"/>
          <ac:picMkLst>
            <pc:docMk/>
            <pc:sldMk cId="1949603757" sldId="256"/>
            <ac:picMk id="45" creationId="{C4CA5611-2FEA-5124-C6DE-6B77CAE34BD1}"/>
          </ac:picMkLst>
        </pc:picChg>
        <pc:picChg chg="del">
          <ac:chgData name="Buysse, Sophie" userId="b97a91af-7430-4a7c-b7aa-bedf51cd7b1e" providerId="ADAL" clId="{82869051-1B2F-4934-968A-C969E15B960C}" dt="2024-08-06T18:04:41.411" v="26" actId="478"/>
          <ac:picMkLst>
            <pc:docMk/>
            <pc:sldMk cId="1949603757" sldId="256"/>
            <ac:picMk id="47" creationId="{E33D3F05-327A-6361-DB74-BEE01C6E8612}"/>
          </ac:picMkLst>
        </pc:picChg>
        <pc:picChg chg="mod">
          <ac:chgData name="Buysse, Sophie" userId="b97a91af-7430-4a7c-b7aa-bedf51cd7b1e" providerId="ADAL" clId="{82869051-1B2F-4934-968A-C969E15B960C}" dt="2024-08-07T19:55:55.481" v="915" actId="1076"/>
          <ac:picMkLst>
            <pc:docMk/>
            <pc:sldMk cId="1949603757" sldId="256"/>
            <ac:picMk id="49" creationId="{AAD2EFD0-F4F4-A352-B494-BAAF25689E62}"/>
          </ac:picMkLst>
        </pc:picChg>
        <pc:picChg chg="del mod">
          <ac:chgData name="Buysse, Sophie" userId="b97a91af-7430-4a7c-b7aa-bedf51cd7b1e" providerId="ADAL" clId="{82869051-1B2F-4934-968A-C969E15B960C}" dt="2024-08-06T18:23:12.254" v="483" actId="478"/>
          <ac:picMkLst>
            <pc:docMk/>
            <pc:sldMk cId="1949603757" sldId="256"/>
            <ac:picMk id="51" creationId="{193F8EC6-4771-F360-A5A7-CA77A4641F15}"/>
          </ac:picMkLst>
        </pc:picChg>
        <pc:picChg chg="del mod">
          <ac:chgData name="Buysse, Sophie" userId="b97a91af-7430-4a7c-b7aa-bedf51cd7b1e" providerId="ADAL" clId="{82869051-1B2F-4934-968A-C969E15B960C}" dt="2024-08-06T18:24:40.821" v="551" actId="478"/>
          <ac:picMkLst>
            <pc:docMk/>
            <pc:sldMk cId="1949603757" sldId="256"/>
            <ac:picMk id="77" creationId="{19D7C38B-2C72-E9A2-518A-B67F26745C09}"/>
          </ac:picMkLst>
        </pc:picChg>
        <pc:picChg chg="del mod">
          <ac:chgData name="Buysse, Sophie" userId="b97a91af-7430-4a7c-b7aa-bedf51cd7b1e" providerId="ADAL" clId="{82869051-1B2F-4934-968A-C969E15B960C}" dt="2024-08-06T18:24:41.134" v="552" actId="478"/>
          <ac:picMkLst>
            <pc:docMk/>
            <pc:sldMk cId="1949603757" sldId="256"/>
            <ac:picMk id="79" creationId="{175DBA8D-929E-4088-D54F-2CCA30411F34}"/>
          </ac:picMkLst>
        </pc:picChg>
        <pc:picChg chg="del">
          <ac:chgData name="Buysse, Sophie" userId="b97a91af-7430-4a7c-b7aa-bedf51cd7b1e" providerId="ADAL" clId="{82869051-1B2F-4934-968A-C969E15B960C}" dt="2024-08-06T18:05:50.411" v="32" actId="478"/>
          <ac:picMkLst>
            <pc:docMk/>
            <pc:sldMk cId="1949603757" sldId="256"/>
            <ac:picMk id="81" creationId="{32CE3BE7-3314-8039-AE75-A49D60E242A3}"/>
          </ac:picMkLst>
        </pc:picChg>
        <pc:picChg chg="del">
          <ac:chgData name="Buysse, Sophie" userId="b97a91af-7430-4a7c-b7aa-bedf51cd7b1e" providerId="ADAL" clId="{82869051-1B2F-4934-968A-C969E15B960C}" dt="2024-08-06T18:05:52.729" v="33" actId="478"/>
          <ac:picMkLst>
            <pc:docMk/>
            <pc:sldMk cId="1949603757" sldId="256"/>
            <ac:picMk id="83" creationId="{800303A3-AEAE-22BF-4608-B4F526AC2CEA}"/>
          </ac:picMkLst>
        </pc:picChg>
        <pc:picChg chg="del">
          <ac:chgData name="Buysse, Sophie" userId="b97a91af-7430-4a7c-b7aa-bedf51cd7b1e" providerId="ADAL" clId="{82869051-1B2F-4934-968A-C969E15B960C}" dt="2024-08-06T18:03:53.184" v="20" actId="478"/>
          <ac:picMkLst>
            <pc:docMk/>
            <pc:sldMk cId="1949603757" sldId="256"/>
            <ac:picMk id="85" creationId="{817D8B98-79BE-201F-A134-54A69E200ABD}"/>
          </ac:picMkLst>
        </pc:picChg>
        <pc:picChg chg="del">
          <ac:chgData name="Buysse, Sophie" userId="b97a91af-7430-4a7c-b7aa-bedf51cd7b1e" providerId="ADAL" clId="{82869051-1B2F-4934-968A-C969E15B960C}" dt="2024-08-06T18:05:56.322" v="34" actId="478"/>
          <ac:picMkLst>
            <pc:docMk/>
            <pc:sldMk cId="1949603757" sldId="256"/>
            <ac:picMk id="87" creationId="{EF708261-5437-2F9A-2C5E-6508A311F830}"/>
          </ac:picMkLst>
        </pc:picChg>
        <pc:picChg chg="del">
          <ac:chgData name="Buysse, Sophie" userId="b97a91af-7430-4a7c-b7aa-bedf51cd7b1e" providerId="ADAL" clId="{82869051-1B2F-4934-968A-C969E15B960C}" dt="2024-08-06T18:05:59.359" v="35" actId="478"/>
          <ac:picMkLst>
            <pc:docMk/>
            <pc:sldMk cId="1949603757" sldId="256"/>
            <ac:picMk id="89" creationId="{42E945C1-3448-267A-24B3-DB238920193C}"/>
          </ac:picMkLst>
        </pc:picChg>
        <pc:picChg chg="del mod">
          <ac:chgData name="Buysse, Sophie" userId="b97a91af-7430-4a7c-b7aa-bedf51cd7b1e" providerId="ADAL" clId="{82869051-1B2F-4934-968A-C969E15B960C}" dt="2024-08-06T18:23:11.590" v="481" actId="478"/>
          <ac:picMkLst>
            <pc:docMk/>
            <pc:sldMk cId="1949603757" sldId="256"/>
            <ac:picMk id="91" creationId="{6326F016-0FD8-909D-9115-F19478974A47}"/>
          </ac:picMkLst>
        </pc:picChg>
        <pc:picChg chg="del mod">
          <ac:chgData name="Buysse, Sophie" userId="b97a91af-7430-4a7c-b7aa-bedf51cd7b1e" providerId="ADAL" clId="{82869051-1B2F-4934-968A-C969E15B960C}" dt="2024-08-06T18:23:11.590" v="481" actId="478"/>
          <ac:picMkLst>
            <pc:docMk/>
            <pc:sldMk cId="1949603757" sldId="256"/>
            <ac:picMk id="93" creationId="{607C7793-3E25-083B-C8DA-5B46D0052BFE}"/>
          </ac:picMkLst>
        </pc:picChg>
        <pc:picChg chg="del mod">
          <ac:chgData name="Buysse, Sophie" userId="b97a91af-7430-4a7c-b7aa-bedf51cd7b1e" providerId="ADAL" clId="{82869051-1B2F-4934-968A-C969E15B960C}" dt="2024-08-06T18:23:11.920" v="482" actId="478"/>
          <ac:picMkLst>
            <pc:docMk/>
            <pc:sldMk cId="1949603757" sldId="256"/>
            <ac:picMk id="95" creationId="{2C6AFC08-FC58-86AE-1274-D6E9CF365D3A}"/>
          </ac:picMkLst>
        </pc:picChg>
        <pc:picChg chg="del mod">
          <ac:chgData name="Buysse, Sophie" userId="b97a91af-7430-4a7c-b7aa-bedf51cd7b1e" providerId="ADAL" clId="{82869051-1B2F-4934-968A-C969E15B960C}" dt="2024-08-07T19:55:38.581" v="911" actId="478"/>
          <ac:picMkLst>
            <pc:docMk/>
            <pc:sldMk cId="1949603757" sldId="256"/>
            <ac:picMk id="99" creationId="{D74A978A-3E74-4F98-922A-E3B81AA40952}"/>
          </ac:picMkLst>
        </pc:picChg>
      </pc:sldChg>
      <pc:sldChg chg="addSp delSp modSp add del mod modNotesTx">
        <pc:chgData name="Buysse, Sophie" userId="b97a91af-7430-4a7c-b7aa-bedf51cd7b1e" providerId="ADAL" clId="{82869051-1B2F-4934-968A-C969E15B960C}" dt="2024-08-07T19:56:27.655" v="922" actId="47"/>
        <pc:sldMkLst>
          <pc:docMk/>
          <pc:sldMk cId="1479753907" sldId="257"/>
        </pc:sldMkLst>
        <pc:spChg chg="add mod">
          <ac:chgData name="Buysse, Sophie" userId="b97a91af-7430-4a7c-b7aa-bedf51cd7b1e" providerId="ADAL" clId="{82869051-1B2F-4934-968A-C969E15B960C}" dt="2024-08-06T18:43:55.839" v="813" actId="113"/>
          <ac:spMkLst>
            <pc:docMk/>
            <pc:sldMk cId="1479753907" sldId="257"/>
            <ac:spMk id="12" creationId="{AA75732E-3520-9A2C-E11D-D1BE32D13DD2}"/>
          </ac:spMkLst>
        </pc:spChg>
        <pc:spChg chg="add mod">
          <ac:chgData name="Buysse, Sophie" userId="b97a91af-7430-4a7c-b7aa-bedf51cd7b1e" providerId="ADAL" clId="{82869051-1B2F-4934-968A-C969E15B960C}" dt="2024-08-06T18:43:45.610" v="811" actId="113"/>
          <ac:spMkLst>
            <pc:docMk/>
            <pc:sldMk cId="1479753907" sldId="257"/>
            <ac:spMk id="14" creationId="{C5AC2CDE-19F0-D7B0-680A-8692383CEEE2}"/>
          </ac:spMkLst>
        </pc:spChg>
        <pc:spChg chg="add mod">
          <ac:chgData name="Buysse, Sophie" userId="b97a91af-7430-4a7c-b7aa-bedf51cd7b1e" providerId="ADAL" clId="{82869051-1B2F-4934-968A-C969E15B960C}" dt="2024-08-06T18:43:58.913" v="815" actId="113"/>
          <ac:spMkLst>
            <pc:docMk/>
            <pc:sldMk cId="1479753907" sldId="257"/>
            <ac:spMk id="16" creationId="{73817F67-40D5-44A7-3465-2F84E4AA7EA7}"/>
          </ac:spMkLst>
        </pc:spChg>
        <pc:spChg chg="add mod">
          <ac:chgData name="Buysse, Sophie" userId="b97a91af-7430-4a7c-b7aa-bedf51cd7b1e" providerId="ADAL" clId="{82869051-1B2F-4934-968A-C969E15B960C}" dt="2024-08-06T18:44:04.303" v="818" actId="113"/>
          <ac:spMkLst>
            <pc:docMk/>
            <pc:sldMk cId="1479753907" sldId="257"/>
            <ac:spMk id="18" creationId="{D5CFEBC4-CBA0-5C32-85C5-26CFE451F82B}"/>
          </ac:spMkLst>
        </pc:spChg>
        <pc:spChg chg="add mod">
          <ac:chgData name="Buysse, Sophie" userId="b97a91af-7430-4a7c-b7aa-bedf51cd7b1e" providerId="ADAL" clId="{82869051-1B2F-4934-968A-C969E15B960C}" dt="2024-08-06T18:44:17.276" v="820" actId="113"/>
          <ac:spMkLst>
            <pc:docMk/>
            <pc:sldMk cId="1479753907" sldId="257"/>
            <ac:spMk id="20" creationId="{A6C82F68-AA71-6C67-97A4-9C4C98874A08}"/>
          </ac:spMkLst>
        </pc:spChg>
        <pc:spChg chg="add mod">
          <ac:chgData name="Buysse, Sophie" userId="b97a91af-7430-4a7c-b7aa-bedf51cd7b1e" providerId="ADAL" clId="{82869051-1B2F-4934-968A-C969E15B960C}" dt="2024-08-06T18:44:22.255" v="821" actId="113"/>
          <ac:spMkLst>
            <pc:docMk/>
            <pc:sldMk cId="1479753907" sldId="257"/>
            <ac:spMk id="22" creationId="{73B1B1EA-571E-FA7F-6E13-AD4DB930FC1E}"/>
          </ac:spMkLst>
        </pc:spChg>
        <pc:spChg chg="add mod">
          <ac:chgData name="Buysse, Sophie" userId="b97a91af-7430-4a7c-b7aa-bedf51cd7b1e" providerId="ADAL" clId="{82869051-1B2F-4934-968A-C969E15B960C}" dt="2024-08-06T18:44:47.101" v="823" actId="113"/>
          <ac:spMkLst>
            <pc:docMk/>
            <pc:sldMk cId="1479753907" sldId="257"/>
            <ac:spMk id="24" creationId="{09FB524A-CC26-5DBC-620B-9EEEFF81BA9F}"/>
          </ac:spMkLst>
        </pc:spChg>
        <pc:spChg chg="add mod">
          <ac:chgData name="Buysse, Sophie" userId="b97a91af-7430-4a7c-b7aa-bedf51cd7b1e" providerId="ADAL" clId="{82869051-1B2F-4934-968A-C969E15B960C}" dt="2024-08-06T18:44:55.565" v="827" actId="113"/>
          <ac:spMkLst>
            <pc:docMk/>
            <pc:sldMk cId="1479753907" sldId="257"/>
            <ac:spMk id="26" creationId="{BDA3622B-F1D8-D18F-F930-3B689BD4BB10}"/>
          </ac:spMkLst>
        </pc:spChg>
        <pc:spChg chg="add mod">
          <ac:chgData name="Buysse, Sophie" userId="b97a91af-7430-4a7c-b7aa-bedf51cd7b1e" providerId="ADAL" clId="{82869051-1B2F-4934-968A-C969E15B960C}" dt="2024-08-06T18:44:49.640" v="825" actId="113"/>
          <ac:spMkLst>
            <pc:docMk/>
            <pc:sldMk cId="1479753907" sldId="257"/>
            <ac:spMk id="27" creationId="{8DFD2CBD-4E2D-24E8-2CCC-501E5275A962}"/>
          </ac:spMkLst>
        </pc:spChg>
        <pc:spChg chg="add mod">
          <ac:chgData name="Buysse, Sophie" userId="b97a91af-7430-4a7c-b7aa-bedf51cd7b1e" providerId="ADAL" clId="{82869051-1B2F-4934-968A-C969E15B960C}" dt="2024-08-06T18:44:58.282" v="829" actId="113"/>
          <ac:spMkLst>
            <pc:docMk/>
            <pc:sldMk cId="1479753907" sldId="257"/>
            <ac:spMk id="28" creationId="{4E59C7FF-D40D-0690-F2E1-21E4FCCE11D6}"/>
          </ac:spMkLst>
        </pc:spChg>
        <pc:spChg chg="add mod">
          <ac:chgData name="Buysse, Sophie" userId="b97a91af-7430-4a7c-b7aa-bedf51cd7b1e" providerId="ADAL" clId="{82869051-1B2F-4934-968A-C969E15B960C}" dt="2024-08-06T18:43:33.184" v="806"/>
          <ac:spMkLst>
            <pc:docMk/>
            <pc:sldMk cId="1479753907" sldId="257"/>
            <ac:spMk id="30" creationId="{ED17CC31-957A-6708-0CD9-65BAA29FDACB}"/>
          </ac:spMkLst>
        </pc:spChg>
        <pc:picChg chg="add del mod">
          <ac:chgData name="Buysse, Sophie" userId="b97a91af-7430-4a7c-b7aa-bedf51cd7b1e" providerId="ADAL" clId="{82869051-1B2F-4934-968A-C969E15B960C}" dt="2024-08-06T18:15:48.070" v="246" actId="478"/>
          <ac:picMkLst>
            <pc:docMk/>
            <pc:sldMk cId="1479753907" sldId="257"/>
            <ac:picMk id="2" creationId="{20D3A441-D851-A52C-3F13-DA970E60F673}"/>
          </ac:picMkLst>
        </pc:picChg>
        <pc:picChg chg="add del mod">
          <ac:chgData name="Buysse, Sophie" userId="b97a91af-7430-4a7c-b7aa-bedf51cd7b1e" providerId="ADAL" clId="{82869051-1B2F-4934-968A-C969E15B960C}" dt="2024-08-06T18:15:48.070" v="246" actId="478"/>
          <ac:picMkLst>
            <pc:docMk/>
            <pc:sldMk cId="1479753907" sldId="257"/>
            <ac:picMk id="3" creationId="{3F0C7F0A-F343-12BD-99E1-B1DF6BC000F6}"/>
          </ac:picMkLst>
        </pc:picChg>
        <pc:picChg chg="add del mod">
          <ac:chgData name="Buysse, Sophie" userId="b97a91af-7430-4a7c-b7aa-bedf51cd7b1e" providerId="ADAL" clId="{82869051-1B2F-4934-968A-C969E15B960C}" dt="2024-08-06T18:15:48.070" v="246" actId="478"/>
          <ac:picMkLst>
            <pc:docMk/>
            <pc:sldMk cId="1479753907" sldId="257"/>
            <ac:picMk id="4" creationId="{59B7E108-6828-12B5-397E-2185CE84BC2C}"/>
          </ac:picMkLst>
        </pc:picChg>
        <pc:picChg chg="del">
          <ac:chgData name="Buysse, Sophie" userId="b97a91af-7430-4a7c-b7aa-bedf51cd7b1e" providerId="ADAL" clId="{82869051-1B2F-4934-968A-C969E15B960C}" dt="2024-08-06T18:10:15.328" v="68" actId="478"/>
          <ac:picMkLst>
            <pc:docMk/>
            <pc:sldMk cId="1479753907" sldId="257"/>
            <ac:picMk id="5" creationId="{D86B1000-33E9-7E7C-BB69-F2F2E2732764}"/>
          </ac:picMkLst>
        </pc:picChg>
        <pc:picChg chg="add del mod">
          <ac:chgData name="Buysse, Sophie" userId="b97a91af-7430-4a7c-b7aa-bedf51cd7b1e" providerId="ADAL" clId="{82869051-1B2F-4934-968A-C969E15B960C}" dt="2024-08-06T18:15:48.070" v="246" actId="478"/>
          <ac:picMkLst>
            <pc:docMk/>
            <pc:sldMk cId="1479753907" sldId="257"/>
            <ac:picMk id="6" creationId="{404677A7-84AE-2990-697C-24D17D7839A1}"/>
          </ac:picMkLst>
        </pc:picChg>
        <pc:picChg chg="del mod">
          <ac:chgData name="Buysse, Sophie" userId="b97a91af-7430-4a7c-b7aa-bedf51cd7b1e" providerId="ADAL" clId="{82869051-1B2F-4934-968A-C969E15B960C}" dt="2024-08-06T18:15:52.178" v="250" actId="478"/>
          <ac:picMkLst>
            <pc:docMk/>
            <pc:sldMk cId="1479753907" sldId="257"/>
            <ac:picMk id="7" creationId="{AD6D397F-7576-0A78-705C-87D5C55D3AAE}"/>
          </ac:picMkLst>
        </pc:picChg>
        <pc:picChg chg="add del mod">
          <ac:chgData name="Buysse, Sophie" userId="b97a91af-7430-4a7c-b7aa-bedf51cd7b1e" providerId="ADAL" clId="{82869051-1B2F-4934-968A-C969E15B960C}" dt="2024-08-06T18:15:48.070" v="246" actId="478"/>
          <ac:picMkLst>
            <pc:docMk/>
            <pc:sldMk cId="1479753907" sldId="257"/>
            <ac:picMk id="8" creationId="{FE7618B0-74B1-845D-F3E1-1AF72F5D6946}"/>
          </ac:picMkLst>
        </pc:picChg>
        <pc:picChg chg="del">
          <ac:chgData name="Buysse, Sophie" userId="b97a91af-7430-4a7c-b7aa-bedf51cd7b1e" providerId="ADAL" clId="{82869051-1B2F-4934-968A-C969E15B960C}" dt="2024-08-06T18:15:52.439" v="251" actId="478"/>
          <ac:picMkLst>
            <pc:docMk/>
            <pc:sldMk cId="1479753907" sldId="257"/>
            <ac:picMk id="9" creationId="{3C2B9192-831E-4361-0A53-F52BA619EBA5}"/>
          </ac:picMkLst>
        </pc:picChg>
        <pc:picChg chg="add del mod">
          <ac:chgData name="Buysse, Sophie" userId="b97a91af-7430-4a7c-b7aa-bedf51cd7b1e" providerId="ADAL" clId="{82869051-1B2F-4934-968A-C969E15B960C}" dt="2024-08-06T18:15:48.070" v="246" actId="478"/>
          <ac:picMkLst>
            <pc:docMk/>
            <pc:sldMk cId="1479753907" sldId="257"/>
            <ac:picMk id="10" creationId="{5EDC3869-1B4C-0977-8629-1BEE2119EDE4}"/>
          </ac:picMkLst>
        </pc:picChg>
        <pc:picChg chg="del">
          <ac:chgData name="Buysse, Sophie" userId="b97a91af-7430-4a7c-b7aa-bedf51cd7b1e" providerId="ADAL" clId="{82869051-1B2F-4934-968A-C969E15B960C}" dt="2024-08-06T18:10:13" v="67" actId="478"/>
          <ac:picMkLst>
            <pc:docMk/>
            <pc:sldMk cId="1479753907" sldId="257"/>
            <ac:picMk id="11" creationId="{54DD81B7-391C-EEBA-A99F-29FD8E532652}"/>
          </ac:picMkLst>
        </pc:picChg>
        <pc:picChg chg="del">
          <ac:chgData name="Buysse, Sophie" userId="b97a91af-7430-4a7c-b7aa-bedf51cd7b1e" providerId="ADAL" clId="{82869051-1B2F-4934-968A-C969E15B960C}" dt="2024-08-06T18:15:52.848" v="252" actId="478"/>
          <ac:picMkLst>
            <pc:docMk/>
            <pc:sldMk cId="1479753907" sldId="257"/>
            <ac:picMk id="13" creationId="{F68D4064-C5AD-A0B4-5F78-74A46FEA1FD5}"/>
          </ac:picMkLst>
        </pc:picChg>
        <pc:picChg chg="del">
          <ac:chgData name="Buysse, Sophie" userId="b97a91af-7430-4a7c-b7aa-bedf51cd7b1e" providerId="ADAL" clId="{82869051-1B2F-4934-968A-C969E15B960C}" dt="2024-08-06T18:15:53.111" v="253" actId="478"/>
          <ac:picMkLst>
            <pc:docMk/>
            <pc:sldMk cId="1479753907" sldId="257"/>
            <ac:picMk id="15" creationId="{302942E2-E392-490C-BA2F-D92669DA546C}"/>
          </ac:picMkLst>
        </pc:picChg>
        <pc:picChg chg="del mod">
          <ac:chgData name="Buysse, Sophie" userId="b97a91af-7430-4a7c-b7aa-bedf51cd7b1e" providerId="ADAL" clId="{82869051-1B2F-4934-968A-C969E15B960C}" dt="2024-08-06T18:15:48.070" v="246" actId="478"/>
          <ac:picMkLst>
            <pc:docMk/>
            <pc:sldMk cId="1479753907" sldId="257"/>
            <ac:picMk id="17" creationId="{E19C4F58-533A-D669-C69D-D3AC4C993CDF}"/>
          </ac:picMkLst>
        </pc:picChg>
        <pc:picChg chg="del">
          <ac:chgData name="Buysse, Sophie" userId="b97a91af-7430-4a7c-b7aa-bedf51cd7b1e" providerId="ADAL" clId="{82869051-1B2F-4934-968A-C969E15B960C}" dt="2024-08-06T18:10:07.623" v="66" actId="478"/>
          <ac:picMkLst>
            <pc:docMk/>
            <pc:sldMk cId="1479753907" sldId="257"/>
            <ac:picMk id="19" creationId="{9E54D57B-1436-E6C8-9505-BC497FEB2F3D}"/>
          </ac:picMkLst>
        </pc:picChg>
        <pc:picChg chg="del">
          <ac:chgData name="Buysse, Sophie" userId="b97a91af-7430-4a7c-b7aa-bedf51cd7b1e" providerId="ADAL" clId="{82869051-1B2F-4934-968A-C969E15B960C}" dt="2024-08-06T18:10:04.458" v="65" actId="478"/>
          <ac:picMkLst>
            <pc:docMk/>
            <pc:sldMk cId="1479753907" sldId="257"/>
            <ac:picMk id="21" creationId="{BF5FCDCC-EFE7-D5B4-EA8C-5917CE786E1C}"/>
          </ac:picMkLst>
        </pc:picChg>
        <pc:picChg chg="del mod">
          <ac:chgData name="Buysse, Sophie" userId="b97a91af-7430-4a7c-b7aa-bedf51cd7b1e" providerId="ADAL" clId="{82869051-1B2F-4934-968A-C969E15B960C}" dt="2024-08-06T18:15:48.070" v="246" actId="478"/>
          <ac:picMkLst>
            <pc:docMk/>
            <pc:sldMk cId="1479753907" sldId="257"/>
            <ac:picMk id="23" creationId="{517B2EAF-D7DD-12E7-168C-527DF52AC928}"/>
          </ac:picMkLst>
        </pc:picChg>
        <pc:picChg chg="del">
          <ac:chgData name="Buysse, Sophie" userId="b97a91af-7430-4a7c-b7aa-bedf51cd7b1e" providerId="ADAL" clId="{82869051-1B2F-4934-968A-C969E15B960C}" dt="2024-08-06T18:10:00.552" v="64" actId="478"/>
          <ac:picMkLst>
            <pc:docMk/>
            <pc:sldMk cId="1479753907" sldId="257"/>
            <ac:picMk id="25" creationId="{29CF95C0-7FF2-B578-219E-12EBA7BC5CA0}"/>
          </ac:picMkLst>
        </pc:picChg>
        <pc:picChg chg="del mod">
          <ac:chgData name="Buysse, Sophie" userId="b97a91af-7430-4a7c-b7aa-bedf51cd7b1e" providerId="ADAL" clId="{82869051-1B2F-4934-968A-C969E15B960C}" dt="2024-08-06T18:15:58.917" v="254" actId="478"/>
          <ac:picMkLst>
            <pc:docMk/>
            <pc:sldMk cId="1479753907" sldId="257"/>
            <ac:picMk id="29" creationId="{06F1C32B-DD9B-6DE7-7FD5-E7464E07E742}"/>
          </ac:picMkLst>
        </pc:picChg>
        <pc:picChg chg="del">
          <ac:chgData name="Buysse, Sophie" userId="b97a91af-7430-4a7c-b7aa-bedf51cd7b1e" providerId="ADAL" clId="{82869051-1B2F-4934-968A-C969E15B960C}" dt="2024-08-06T18:02:57.023" v="17" actId="478"/>
          <ac:picMkLst>
            <pc:docMk/>
            <pc:sldMk cId="1479753907" sldId="257"/>
            <ac:picMk id="31" creationId="{143255F0-3C7A-1C8D-AFD3-6FB85A46AFE8}"/>
          </ac:picMkLst>
        </pc:picChg>
        <pc:picChg chg="del mod">
          <ac:chgData name="Buysse, Sophie" userId="b97a91af-7430-4a7c-b7aa-bedf51cd7b1e" providerId="ADAL" clId="{82869051-1B2F-4934-968A-C969E15B960C}" dt="2024-08-06T18:15:58.917" v="254" actId="478"/>
          <ac:picMkLst>
            <pc:docMk/>
            <pc:sldMk cId="1479753907" sldId="257"/>
            <ac:picMk id="33" creationId="{08FE9FD3-84FB-7C98-5C76-62D42F5B2FD3}"/>
          </ac:picMkLst>
        </pc:picChg>
        <pc:picChg chg="del">
          <ac:chgData name="Buysse, Sophie" userId="b97a91af-7430-4a7c-b7aa-bedf51cd7b1e" providerId="ADAL" clId="{82869051-1B2F-4934-968A-C969E15B960C}" dt="2024-08-06T18:09:36.090" v="62" actId="478"/>
          <ac:picMkLst>
            <pc:docMk/>
            <pc:sldMk cId="1479753907" sldId="257"/>
            <ac:picMk id="35" creationId="{006FBEA2-B0EE-8574-DB43-0F3918410C4E}"/>
          </ac:picMkLst>
        </pc:picChg>
        <pc:picChg chg="del mod">
          <ac:chgData name="Buysse, Sophie" userId="b97a91af-7430-4a7c-b7aa-bedf51cd7b1e" providerId="ADAL" clId="{82869051-1B2F-4934-968A-C969E15B960C}" dt="2024-08-06T18:15:58.917" v="254" actId="478"/>
          <ac:picMkLst>
            <pc:docMk/>
            <pc:sldMk cId="1479753907" sldId="257"/>
            <ac:picMk id="37" creationId="{914F39CC-18F3-2E9F-B388-8CE8E64499BB}"/>
          </ac:picMkLst>
        </pc:picChg>
        <pc:picChg chg="del mod">
          <ac:chgData name="Buysse, Sophie" userId="b97a91af-7430-4a7c-b7aa-bedf51cd7b1e" providerId="ADAL" clId="{82869051-1B2F-4934-968A-C969E15B960C}" dt="2024-08-06T18:15:51.948" v="249" actId="478"/>
          <ac:picMkLst>
            <pc:docMk/>
            <pc:sldMk cId="1479753907" sldId="257"/>
            <ac:picMk id="39" creationId="{F974E94F-93A6-184C-BE20-6B39CAF02332}"/>
          </ac:picMkLst>
        </pc:picChg>
        <pc:picChg chg="del mod">
          <ac:chgData name="Buysse, Sophie" userId="b97a91af-7430-4a7c-b7aa-bedf51cd7b1e" providerId="ADAL" clId="{82869051-1B2F-4934-968A-C969E15B960C}" dt="2024-08-06T18:15:51.622" v="248" actId="478"/>
          <ac:picMkLst>
            <pc:docMk/>
            <pc:sldMk cId="1479753907" sldId="257"/>
            <ac:picMk id="41" creationId="{8186D7EA-BB39-9CE6-6E0C-B38104AA3503}"/>
          </ac:picMkLst>
        </pc:picChg>
        <pc:picChg chg="del">
          <ac:chgData name="Buysse, Sophie" userId="b97a91af-7430-4a7c-b7aa-bedf51cd7b1e" providerId="ADAL" clId="{82869051-1B2F-4934-968A-C969E15B960C}" dt="2024-08-06T18:03:38.174" v="19" actId="478"/>
          <ac:picMkLst>
            <pc:docMk/>
            <pc:sldMk cId="1479753907" sldId="257"/>
            <ac:picMk id="43" creationId="{53550CA7-DBCB-C0E8-BACE-35D4012D7E1A}"/>
          </ac:picMkLst>
        </pc:picChg>
        <pc:picChg chg="del mod">
          <ac:chgData name="Buysse, Sophie" userId="b97a91af-7430-4a7c-b7aa-bedf51cd7b1e" providerId="ADAL" clId="{82869051-1B2F-4934-968A-C969E15B960C}" dt="2024-08-06T18:15:48.070" v="246" actId="478"/>
          <ac:picMkLst>
            <pc:docMk/>
            <pc:sldMk cId="1479753907" sldId="257"/>
            <ac:picMk id="45" creationId="{C4CA5611-2FEA-5124-C6DE-6B77CAE34BD1}"/>
          </ac:picMkLst>
        </pc:picChg>
        <pc:picChg chg="del mod">
          <ac:chgData name="Buysse, Sophie" userId="b97a91af-7430-4a7c-b7aa-bedf51cd7b1e" providerId="ADAL" clId="{82869051-1B2F-4934-968A-C969E15B960C}" dt="2024-08-06T18:15:48.070" v="246" actId="478"/>
          <ac:picMkLst>
            <pc:docMk/>
            <pc:sldMk cId="1479753907" sldId="257"/>
            <ac:picMk id="47" creationId="{E33D3F05-327A-6361-DB74-BEE01C6E8612}"/>
          </ac:picMkLst>
        </pc:picChg>
        <pc:picChg chg="del">
          <ac:chgData name="Buysse, Sophie" userId="b97a91af-7430-4a7c-b7aa-bedf51cd7b1e" providerId="ADAL" clId="{82869051-1B2F-4934-968A-C969E15B960C}" dt="2024-08-06T18:09:52.045" v="63" actId="478"/>
          <ac:picMkLst>
            <pc:docMk/>
            <pc:sldMk cId="1479753907" sldId="257"/>
            <ac:picMk id="49" creationId="{AAD2EFD0-F4F4-A352-B494-BAAF25689E62}"/>
          </ac:picMkLst>
        </pc:picChg>
        <pc:picChg chg="del">
          <ac:chgData name="Buysse, Sophie" userId="b97a91af-7430-4a7c-b7aa-bedf51cd7b1e" providerId="ADAL" clId="{82869051-1B2F-4934-968A-C969E15B960C}" dt="2024-08-06T18:09:07.549" v="55" actId="478"/>
          <ac:picMkLst>
            <pc:docMk/>
            <pc:sldMk cId="1479753907" sldId="257"/>
            <ac:picMk id="51" creationId="{193F8EC6-4771-F360-A5A7-CA77A4641F15}"/>
          </ac:picMkLst>
        </pc:picChg>
        <pc:picChg chg="del">
          <ac:chgData name="Buysse, Sophie" userId="b97a91af-7430-4a7c-b7aa-bedf51cd7b1e" providerId="ADAL" clId="{82869051-1B2F-4934-968A-C969E15B960C}" dt="2024-08-06T18:09:08.816" v="56" actId="478"/>
          <ac:picMkLst>
            <pc:docMk/>
            <pc:sldMk cId="1479753907" sldId="257"/>
            <ac:picMk id="77" creationId="{19D7C38B-2C72-E9A2-518A-B67F26745C09}"/>
          </ac:picMkLst>
        </pc:picChg>
        <pc:picChg chg="del">
          <ac:chgData name="Buysse, Sophie" userId="b97a91af-7430-4a7c-b7aa-bedf51cd7b1e" providerId="ADAL" clId="{82869051-1B2F-4934-968A-C969E15B960C}" dt="2024-08-06T18:09:09.999" v="57" actId="478"/>
          <ac:picMkLst>
            <pc:docMk/>
            <pc:sldMk cId="1479753907" sldId="257"/>
            <ac:picMk id="79" creationId="{175DBA8D-929E-4088-D54F-2CCA30411F34}"/>
          </ac:picMkLst>
        </pc:picChg>
        <pc:picChg chg="mod">
          <ac:chgData name="Buysse, Sophie" userId="b97a91af-7430-4a7c-b7aa-bedf51cd7b1e" providerId="ADAL" clId="{82869051-1B2F-4934-968A-C969E15B960C}" dt="2024-08-06T18:18:22.532" v="422" actId="1076"/>
          <ac:picMkLst>
            <pc:docMk/>
            <pc:sldMk cId="1479753907" sldId="257"/>
            <ac:picMk id="81" creationId="{32CE3BE7-3314-8039-AE75-A49D60E242A3}"/>
          </ac:picMkLst>
        </pc:picChg>
        <pc:picChg chg="mod">
          <ac:chgData name="Buysse, Sophie" userId="b97a91af-7430-4a7c-b7aa-bedf51cd7b1e" providerId="ADAL" clId="{82869051-1B2F-4934-968A-C969E15B960C}" dt="2024-08-06T18:18:25.212" v="423" actId="1076"/>
          <ac:picMkLst>
            <pc:docMk/>
            <pc:sldMk cId="1479753907" sldId="257"/>
            <ac:picMk id="83" creationId="{800303A3-AEAE-22BF-4608-B4F526AC2CEA}"/>
          </ac:picMkLst>
        </pc:picChg>
        <pc:picChg chg="mod">
          <ac:chgData name="Buysse, Sophie" userId="b97a91af-7430-4a7c-b7aa-bedf51cd7b1e" providerId="ADAL" clId="{82869051-1B2F-4934-968A-C969E15B960C}" dt="2024-08-06T18:18:28.938" v="425" actId="1076"/>
          <ac:picMkLst>
            <pc:docMk/>
            <pc:sldMk cId="1479753907" sldId="257"/>
            <ac:picMk id="85" creationId="{817D8B98-79BE-201F-A134-54A69E200ABD}"/>
          </ac:picMkLst>
        </pc:picChg>
        <pc:picChg chg="mod">
          <ac:chgData name="Buysse, Sophie" userId="b97a91af-7430-4a7c-b7aa-bedf51cd7b1e" providerId="ADAL" clId="{82869051-1B2F-4934-968A-C969E15B960C}" dt="2024-08-06T18:18:35.720" v="427" actId="1076"/>
          <ac:picMkLst>
            <pc:docMk/>
            <pc:sldMk cId="1479753907" sldId="257"/>
            <ac:picMk id="87" creationId="{EF708261-5437-2F9A-2C5E-6508A311F830}"/>
          </ac:picMkLst>
        </pc:picChg>
        <pc:picChg chg="mod">
          <ac:chgData name="Buysse, Sophie" userId="b97a91af-7430-4a7c-b7aa-bedf51cd7b1e" providerId="ADAL" clId="{82869051-1B2F-4934-968A-C969E15B960C}" dt="2024-08-06T18:20:13.050" v="446" actId="1076"/>
          <ac:picMkLst>
            <pc:docMk/>
            <pc:sldMk cId="1479753907" sldId="257"/>
            <ac:picMk id="89" creationId="{42E945C1-3448-267A-24B3-DB238920193C}"/>
          </ac:picMkLst>
        </pc:picChg>
        <pc:picChg chg="del">
          <ac:chgData name="Buysse, Sophie" userId="b97a91af-7430-4a7c-b7aa-bedf51cd7b1e" providerId="ADAL" clId="{82869051-1B2F-4934-968A-C969E15B960C}" dt="2024-08-06T18:09:19.549" v="60" actId="478"/>
          <ac:picMkLst>
            <pc:docMk/>
            <pc:sldMk cId="1479753907" sldId="257"/>
            <ac:picMk id="91" creationId="{6326F016-0FD8-909D-9115-F19478974A47}"/>
          </ac:picMkLst>
        </pc:picChg>
        <pc:picChg chg="del">
          <ac:chgData name="Buysse, Sophie" userId="b97a91af-7430-4a7c-b7aa-bedf51cd7b1e" providerId="ADAL" clId="{82869051-1B2F-4934-968A-C969E15B960C}" dt="2024-08-06T18:09:18.952" v="59" actId="478"/>
          <ac:picMkLst>
            <pc:docMk/>
            <pc:sldMk cId="1479753907" sldId="257"/>
            <ac:picMk id="93" creationId="{607C7793-3E25-083B-C8DA-5B46D0052BFE}"/>
          </ac:picMkLst>
        </pc:picChg>
        <pc:picChg chg="del">
          <ac:chgData name="Buysse, Sophie" userId="b97a91af-7430-4a7c-b7aa-bedf51cd7b1e" providerId="ADAL" clId="{82869051-1B2F-4934-968A-C969E15B960C}" dt="2024-08-06T18:09:18.493" v="58" actId="478"/>
          <ac:picMkLst>
            <pc:docMk/>
            <pc:sldMk cId="1479753907" sldId="257"/>
            <ac:picMk id="95" creationId="{2C6AFC08-FC58-86AE-1274-D6E9CF365D3A}"/>
          </ac:picMkLst>
        </pc:picChg>
        <pc:picChg chg="del">
          <ac:chgData name="Buysse, Sophie" userId="b97a91af-7430-4a7c-b7aa-bedf51cd7b1e" providerId="ADAL" clId="{82869051-1B2F-4934-968A-C969E15B960C}" dt="2024-08-06T18:03:14.232" v="18" actId="478"/>
          <ac:picMkLst>
            <pc:docMk/>
            <pc:sldMk cId="1479753907" sldId="257"/>
            <ac:picMk id="99" creationId="{D74A978A-3E74-4F98-922A-E3B81AA40952}"/>
          </ac:picMkLst>
        </pc:picChg>
      </pc:sldChg>
      <pc:sldChg chg="addSp delSp modSp add del mod modNotesTx">
        <pc:chgData name="Buysse, Sophie" userId="b97a91af-7430-4a7c-b7aa-bedf51cd7b1e" providerId="ADAL" clId="{82869051-1B2F-4934-968A-C969E15B960C}" dt="2024-08-07T19:56:38.242" v="923" actId="47"/>
        <pc:sldMkLst>
          <pc:docMk/>
          <pc:sldMk cId="1998010992" sldId="258"/>
        </pc:sldMkLst>
        <pc:spChg chg="add mod">
          <ac:chgData name="Buysse, Sophie" userId="b97a91af-7430-4a7c-b7aa-bedf51cd7b1e" providerId="ADAL" clId="{82869051-1B2F-4934-968A-C969E15B960C}" dt="2024-08-06T18:42:58.978" v="790" actId="113"/>
          <ac:spMkLst>
            <pc:docMk/>
            <pc:sldMk cId="1998010992" sldId="258"/>
            <ac:spMk id="3" creationId="{D6B79B7F-6C0B-14F6-4187-DB80F2ADF2E1}"/>
          </ac:spMkLst>
        </pc:spChg>
        <pc:spChg chg="add mod">
          <ac:chgData name="Buysse, Sophie" userId="b97a91af-7430-4a7c-b7aa-bedf51cd7b1e" providerId="ADAL" clId="{82869051-1B2F-4934-968A-C969E15B960C}" dt="2024-08-06T18:43:06.607" v="793" actId="113"/>
          <ac:spMkLst>
            <pc:docMk/>
            <pc:sldMk cId="1998010992" sldId="258"/>
            <ac:spMk id="4" creationId="{7B30EAF8-C816-80F1-5729-01757C2C262C}"/>
          </ac:spMkLst>
        </pc:spChg>
        <pc:spChg chg="add mod">
          <ac:chgData name="Buysse, Sophie" userId="b97a91af-7430-4a7c-b7aa-bedf51cd7b1e" providerId="ADAL" clId="{82869051-1B2F-4934-968A-C969E15B960C}" dt="2024-08-06T18:43:16.689" v="796" actId="113"/>
          <ac:spMkLst>
            <pc:docMk/>
            <pc:sldMk cId="1998010992" sldId="258"/>
            <ac:spMk id="5" creationId="{CF35167E-9778-72AA-9787-1CC9179AA782}"/>
          </ac:spMkLst>
        </pc:spChg>
        <pc:spChg chg="add mod">
          <ac:chgData name="Buysse, Sophie" userId="b97a91af-7430-4a7c-b7aa-bedf51cd7b1e" providerId="ADAL" clId="{82869051-1B2F-4934-968A-C969E15B960C}" dt="2024-08-06T18:43:24.426" v="805" actId="20577"/>
          <ac:spMkLst>
            <pc:docMk/>
            <pc:sldMk cId="1998010992" sldId="258"/>
            <ac:spMk id="6" creationId="{CFAB82B1-8110-ECE1-B36C-42B47EC0F88B}"/>
          </ac:spMkLst>
        </pc:spChg>
        <pc:picChg chg="add mod">
          <ac:chgData name="Buysse, Sophie" userId="b97a91af-7430-4a7c-b7aa-bedf51cd7b1e" providerId="ADAL" clId="{82869051-1B2F-4934-968A-C969E15B960C}" dt="2024-08-06T18:17:14.389" v="329" actId="1076"/>
          <ac:picMkLst>
            <pc:docMk/>
            <pc:sldMk cId="1998010992" sldId="258"/>
            <ac:picMk id="2" creationId="{517B2EAF-D7DD-12E7-168C-527DF52AC928}"/>
          </ac:picMkLst>
        </pc:picChg>
        <pc:picChg chg="del mod">
          <ac:chgData name="Buysse, Sophie" userId="b97a91af-7430-4a7c-b7aa-bedf51cd7b1e" providerId="ADAL" clId="{82869051-1B2F-4934-968A-C969E15B960C}" dt="2024-08-06T18:14:41.743" v="207" actId="478"/>
          <ac:picMkLst>
            <pc:docMk/>
            <pc:sldMk cId="1998010992" sldId="258"/>
            <ac:picMk id="7" creationId="{AD6D397F-7576-0A78-705C-87D5C55D3AAE}"/>
          </ac:picMkLst>
        </pc:picChg>
        <pc:picChg chg="del">
          <ac:chgData name="Buysse, Sophie" userId="b97a91af-7430-4a7c-b7aa-bedf51cd7b1e" providerId="ADAL" clId="{82869051-1B2F-4934-968A-C969E15B960C}" dt="2024-08-06T18:14:42.407" v="208" actId="478"/>
          <ac:picMkLst>
            <pc:docMk/>
            <pc:sldMk cId="1998010992" sldId="258"/>
            <ac:picMk id="9" creationId="{3C2B9192-831E-4361-0A53-F52BA619EBA5}"/>
          </ac:picMkLst>
        </pc:picChg>
        <pc:picChg chg="del">
          <ac:chgData name="Buysse, Sophie" userId="b97a91af-7430-4a7c-b7aa-bedf51cd7b1e" providerId="ADAL" clId="{82869051-1B2F-4934-968A-C969E15B960C}" dt="2024-08-06T18:15:40.795" v="244" actId="478"/>
          <ac:picMkLst>
            <pc:docMk/>
            <pc:sldMk cId="1998010992" sldId="258"/>
            <ac:picMk id="13" creationId="{F68D4064-C5AD-A0B4-5F78-74A46FEA1FD5}"/>
          </ac:picMkLst>
        </pc:picChg>
        <pc:picChg chg="del">
          <ac:chgData name="Buysse, Sophie" userId="b97a91af-7430-4a7c-b7aa-bedf51cd7b1e" providerId="ADAL" clId="{82869051-1B2F-4934-968A-C969E15B960C}" dt="2024-08-06T18:15:40.795" v="244" actId="478"/>
          <ac:picMkLst>
            <pc:docMk/>
            <pc:sldMk cId="1998010992" sldId="258"/>
            <ac:picMk id="15" creationId="{302942E2-E392-490C-BA2F-D92669DA546C}"/>
          </ac:picMkLst>
        </pc:picChg>
        <pc:picChg chg="del">
          <ac:chgData name="Buysse, Sophie" userId="b97a91af-7430-4a7c-b7aa-bedf51cd7b1e" providerId="ADAL" clId="{82869051-1B2F-4934-968A-C969E15B960C}" dt="2024-08-06T18:15:40.795" v="244" actId="478"/>
          <ac:picMkLst>
            <pc:docMk/>
            <pc:sldMk cId="1998010992" sldId="258"/>
            <ac:picMk id="17" creationId="{E19C4F58-533A-D669-C69D-D3AC4C993CDF}"/>
          </ac:picMkLst>
        </pc:picChg>
        <pc:picChg chg="del">
          <ac:chgData name="Buysse, Sophie" userId="b97a91af-7430-4a7c-b7aa-bedf51cd7b1e" providerId="ADAL" clId="{82869051-1B2F-4934-968A-C969E15B960C}" dt="2024-08-06T18:15:40.795" v="244" actId="478"/>
          <ac:picMkLst>
            <pc:docMk/>
            <pc:sldMk cId="1998010992" sldId="258"/>
            <ac:picMk id="23" creationId="{517B2EAF-D7DD-12E7-168C-527DF52AC928}"/>
          </ac:picMkLst>
        </pc:picChg>
        <pc:picChg chg="mod modCrop">
          <ac:chgData name="Buysse, Sophie" userId="b97a91af-7430-4a7c-b7aa-bedf51cd7b1e" providerId="ADAL" clId="{82869051-1B2F-4934-968A-C969E15B960C}" dt="2024-08-06T18:40:09.345" v="748" actId="1038"/>
          <ac:picMkLst>
            <pc:docMk/>
            <pc:sldMk cId="1998010992" sldId="258"/>
            <ac:picMk id="29" creationId="{06F1C32B-DD9B-6DE7-7FD5-E7464E07E742}"/>
          </ac:picMkLst>
        </pc:picChg>
        <pc:picChg chg="mod">
          <ac:chgData name="Buysse, Sophie" userId="b97a91af-7430-4a7c-b7aa-bedf51cd7b1e" providerId="ADAL" clId="{82869051-1B2F-4934-968A-C969E15B960C}" dt="2024-08-06T18:17:29.230" v="334" actId="1076"/>
          <ac:picMkLst>
            <pc:docMk/>
            <pc:sldMk cId="1998010992" sldId="258"/>
            <ac:picMk id="33" creationId="{08FE9FD3-84FB-7C98-5C76-62D42F5B2FD3}"/>
          </ac:picMkLst>
        </pc:picChg>
        <pc:picChg chg="mod">
          <ac:chgData name="Buysse, Sophie" userId="b97a91af-7430-4a7c-b7aa-bedf51cd7b1e" providerId="ADAL" clId="{82869051-1B2F-4934-968A-C969E15B960C}" dt="2024-08-06T18:17:33.174" v="335" actId="1076"/>
          <ac:picMkLst>
            <pc:docMk/>
            <pc:sldMk cId="1998010992" sldId="258"/>
            <ac:picMk id="37" creationId="{914F39CC-18F3-2E9F-B388-8CE8E64499BB}"/>
          </ac:picMkLst>
        </pc:picChg>
        <pc:picChg chg="del">
          <ac:chgData name="Buysse, Sophie" userId="b97a91af-7430-4a7c-b7aa-bedf51cd7b1e" providerId="ADAL" clId="{82869051-1B2F-4934-968A-C969E15B960C}" dt="2024-08-06T18:14:43.101" v="210" actId="478"/>
          <ac:picMkLst>
            <pc:docMk/>
            <pc:sldMk cId="1998010992" sldId="258"/>
            <ac:picMk id="39" creationId="{F974E94F-93A6-184C-BE20-6B39CAF02332}"/>
          </ac:picMkLst>
        </pc:picChg>
        <pc:picChg chg="del">
          <ac:chgData name="Buysse, Sophie" userId="b97a91af-7430-4a7c-b7aa-bedf51cd7b1e" providerId="ADAL" clId="{82869051-1B2F-4934-968A-C969E15B960C}" dt="2024-08-06T18:14:42.811" v="209" actId="478"/>
          <ac:picMkLst>
            <pc:docMk/>
            <pc:sldMk cId="1998010992" sldId="258"/>
            <ac:picMk id="41" creationId="{8186D7EA-BB39-9CE6-6E0C-B38104AA3503}"/>
          </ac:picMkLst>
        </pc:picChg>
        <pc:picChg chg="del">
          <ac:chgData name="Buysse, Sophie" userId="b97a91af-7430-4a7c-b7aa-bedf51cd7b1e" providerId="ADAL" clId="{82869051-1B2F-4934-968A-C969E15B960C}" dt="2024-08-06T18:15:40.795" v="244" actId="478"/>
          <ac:picMkLst>
            <pc:docMk/>
            <pc:sldMk cId="1998010992" sldId="258"/>
            <ac:picMk id="45" creationId="{C4CA5611-2FEA-5124-C6DE-6B77CAE34BD1}"/>
          </ac:picMkLst>
        </pc:picChg>
        <pc:picChg chg="del">
          <ac:chgData name="Buysse, Sophie" userId="b97a91af-7430-4a7c-b7aa-bedf51cd7b1e" providerId="ADAL" clId="{82869051-1B2F-4934-968A-C969E15B960C}" dt="2024-08-06T18:15:40.795" v="244" actId="478"/>
          <ac:picMkLst>
            <pc:docMk/>
            <pc:sldMk cId="1998010992" sldId="258"/>
            <ac:picMk id="47" creationId="{E33D3F05-327A-6361-DB74-BEE01C6E8612}"/>
          </ac:picMkLst>
        </pc:picChg>
        <pc:picChg chg="del">
          <ac:chgData name="Buysse, Sophie" userId="b97a91af-7430-4a7c-b7aa-bedf51cd7b1e" providerId="ADAL" clId="{82869051-1B2F-4934-968A-C969E15B960C}" dt="2024-08-06T18:16:57.206" v="325" actId="478"/>
          <ac:picMkLst>
            <pc:docMk/>
            <pc:sldMk cId="1998010992" sldId="258"/>
            <ac:picMk id="81" creationId="{32CE3BE7-3314-8039-AE75-A49D60E242A3}"/>
          </ac:picMkLst>
        </pc:picChg>
        <pc:picChg chg="del">
          <ac:chgData name="Buysse, Sophie" userId="b97a91af-7430-4a7c-b7aa-bedf51cd7b1e" providerId="ADAL" clId="{82869051-1B2F-4934-968A-C969E15B960C}" dt="2024-08-06T18:16:56.635" v="324" actId="478"/>
          <ac:picMkLst>
            <pc:docMk/>
            <pc:sldMk cId="1998010992" sldId="258"/>
            <ac:picMk id="83" creationId="{800303A3-AEAE-22BF-4608-B4F526AC2CEA}"/>
          </ac:picMkLst>
        </pc:picChg>
        <pc:picChg chg="del">
          <ac:chgData name="Buysse, Sophie" userId="b97a91af-7430-4a7c-b7aa-bedf51cd7b1e" providerId="ADAL" clId="{82869051-1B2F-4934-968A-C969E15B960C}" dt="2024-08-06T18:16:55.780" v="323" actId="478"/>
          <ac:picMkLst>
            <pc:docMk/>
            <pc:sldMk cId="1998010992" sldId="258"/>
            <ac:picMk id="85" creationId="{817D8B98-79BE-201F-A134-54A69E200ABD}"/>
          </ac:picMkLst>
        </pc:picChg>
        <pc:picChg chg="del">
          <ac:chgData name="Buysse, Sophie" userId="b97a91af-7430-4a7c-b7aa-bedf51cd7b1e" providerId="ADAL" clId="{82869051-1B2F-4934-968A-C969E15B960C}" dt="2024-08-06T18:16:55.432" v="322" actId="478"/>
          <ac:picMkLst>
            <pc:docMk/>
            <pc:sldMk cId="1998010992" sldId="258"/>
            <ac:picMk id="87" creationId="{EF708261-5437-2F9A-2C5E-6508A311F830}"/>
          </ac:picMkLst>
        </pc:picChg>
        <pc:picChg chg="del">
          <ac:chgData name="Buysse, Sophie" userId="b97a91af-7430-4a7c-b7aa-bedf51cd7b1e" providerId="ADAL" clId="{82869051-1B2F-4934-968A-C969E15B960C}" dt="2024-08-06T18:16:55.113" v="321" actId="478"/>
          <ac:picMkLst>
            <pc:docMk/>
            <pc:sldMk cId="1998010992" sldId="258"/>
            <ac:picMk id="89" creationId="{42E945C1-3448-267A-24B3-DB238920193C}"/>
          </ac:picMkLst>
        </pc:picChg>
      </pc:sldChg>
      <pc:sldChg chg="addSp delSp modSp add del mod modNotesTx">
        <pc:chgData name="Buysse, Sophie" userId="b97a91af-7430-4a7c-b7aa-bedf51cd7b1e" providerId="ADAL" clId="{82869051-1B2F-4934-968A-C969E15B960C}" dt="2024-08-07T19:56:45.898" v="924" actId="47"/>
        <pc:sldMkLst>
          <pc:docMk/>
          <pc:sldMk cId="3416352727" sldId="259"/>
        </pc:sldMkLst>
        <pc:spChg chg="add mod">
          <ac:chgData name="Buysse, Sophie" userId="b97a91af-7430-4a7c-b7aa-bedf51cd7b1e" providerId="ADAL" clId="{82869051-1B2F-4934-968A-C969E15B960C}" dt="2024-08-06T18:41:49.941" v="780" actId="113"/>
          <ac:spMkLst>
            <pc:docMk/>
            <pc:sldMk cId="3416352727" sldId="259"/>
            <ac:spMk id="2" creationId="{EB7FD78B-B59D-009D-F7DC-48A698DDF87E}"/>
          </ac:spMkLst>
        </pc:spChg>
        <pc:spChg chg="add mod">
          <ac:chgData name="Buysse, Sophie" userId="b97a91af-7430-4a7c-b7aa-bedf51cd7b1e" providerId="ADAL" clId="{82869051-1B2F-4934-968A-C969E15B960C}" dt="2024-08-06T18:42:05.819" v="781" actId="113"/>
          <ac:spMkLst>
            <pc:docMk/>
            <pc:sldMk cId="3416352727" sldId="259"/>
            <ac:spMk id="3" creationId="{91DE0AF4-C285-73A3-0399-A5A6FF80F8D2}"/>
          </ac:spMkLst>
        </pc:spChg>
        <pc:spChg chg="add mod">
          <ac:chgData name="Buysse, Sophie" userId="b97a91af-7430-4a7c-b7aa-bedf51cd7b1e" providerId="ADAL" clId="{82869051-1B2F-4934-968A-C969E15B960C}" dt="2024-08-06T18:42:09.452" v="782" actId="113"/>
          <ac:spMkLst>
            <pc:docMk/>
            <pc:sldMk cId="3416352727" sldId="259"/>
            <ac:spMk id="4" creationId="{EB3FBF4C-7EFB-8016-58A0-FAE1C039EEEE}"/>
          </ac:spMkLst>
        </pc:spChg>
        <pc:spChg chg="add mod">
          <ac:chgData name="Buysse, Sophie" userId="b97a91af-7430-4a7c-b7aa-bedf51cd7b1e" providerId="ADAL" clId="{82869051-1B2F-4934-968A-C969E15B960C}" dt="2024-08-06T18:42:26.564" v="785" actId="113"/>
          <ac:spMkLst>
            <pc:docMk/>
            <pc:sldMk cId="3416352727" sldId="259"/>
            <ac:spMk id="5" creationId="{480F1753-783E-7EBA-E2B8-B625AF555F08}"/>
          </ac:spMkLst>
        </pc:spChg>
        <pc:spChg chg="add mod">
          <ac:chgData name="Buysse, Sophie" userId="b97a91af-7430-4a7c-b7aa-bedf51cd7b1e" providerId="ADAL" clId="{82869051-1B2F-4934-968A-C969E15B960C}" dt="2024-08-06T18:42:40.528" v="787" actId="113"/>
          <ac:spMkLst>
            <pc:docMk/>
            <pc:sldMk cId="3416352727" sldId="259"/>
            <ac:spMk id="6" creationId="{E450761B-FD7D-D341-CAAC-06B47D3CAA80}"/>
          </ac:spMkLst>
        </pc:spChg>
        <pc:picChg chg="del">
          <ac:chgData name="Buysse, Sophie" userId="b97a91af-7430-4a7c-b7aa-bedf51cd7b1e" providerId="ADAL" clId="{82869051-1B2F-4934-968A-C969E15B960C}" dt="2024-08-06T18:14:39.853" v="204" actId="478"/>
          <ac:picMkLst>
            <pc:docMk/>
            <pc:sldMk cId="3416352727" sldId="259"/>
            <ac:picMk id="7" creationId="{AD6D397F-7576-0A78-705C-87D5C55D3AAE}"/>
          </ac:picMkLst>
        </pc:picChg>
        <pc:picChg chg="del">
          <ac:chgData name="Buysse, Sophie" userId="b97a91af-7430-4a7c-b7aa-bedf51cd7b1e" providerId="ADAL" clId="{82869051-1B2F-4934-968A-C969E15B960C}" dt="2024-08-06T18:14:40.173" v="205" actId="478"/>
          <ac:picMkLst>
            <pc:docMk/>
            <pc:sldMk cId="3416352727" sldId="259"/>
            <ac:picMk id="9" creationId="{3C2B9192-831E-4361-0A53-F52BA619EBA5}"/>
          </ac:picMkLst>
        </pc:picChg>
        <pc:picChg chg="mod">
          <ac:chgData name="Buysse, Sophie" userId="b97a91af-7430-4a7c-b7aa-bedf51cd7b1e" providerId="ADAL" clId="{82869051-1B2F-4934-968A-C969E15B960C}" dt="2024-08-06T18:16:48.022" v="320" actId="1036"/>
          <ac:picMkLst>
            <pc:docMk/>
            <pc:sldMk cId="3416352727" sldId="259"/>
            <ac:picMk id="13" creationId="{F68D4064-C5AD-A0B4-5F78-74A46FEA1FD5}"/>
          </ac:picMkLst>
        </pc:picChg>
        <pc:picChg chg="mod">
          <ac:chgData name="Buysse, Sophie" userId="b97a91af-7430-4a7c-b7aa-bedf51cd7b1e" providerId="ADAL" clId="{82869051-1B2F-4934-968A-C969E15B960C}" dt="2024-08-06T18:16:48.022" v="320" actId="1036"/>
          <ac:picMkLst>
            <pc:docMk/>
            <pc:sldMk cId="3416352727" sldId="259"/>
            <ac:picMk id="15" creationId="{302942E2-E392-490C-BA2F-D92669DA546C}"/>
          </ac:picMkLst>
        </pc:picChg>
        <pc:picChg chg="mod">
          <ac:chgData name="Buysse, Sophie" userId="b97a91af-7430-4a7c-b7aa-bedf51cd7b1e" providerId="ADAL" clId="{82869051-1B2F-4934-968A-C969E15B960C}" dt="2024-08-06T18:16:48.022" v="320" actId="1036"/>
          <ac:picMkLst>
            <pc:docMk/>
            <pc:sldMk cId="3416352727" sldId="259"/>
            <ac:picMk id="17" creationId="{E19C4F58-533A-D669-C69D-D3AC4C993CDF}"/>
          </ac:picMkLst>
        </pc:picChg>
        <pc:picChg chg="del mod">
          <ac:chgData name="Buysse, Sophie" userId="b97a91af-7430-4a7c-b7aa-bedf51cd7b1e" providerId="ADAL" clId="{82869051-1B2F-4934-968A-C969E15B960C}" dt="2024-08-06T18:15:31.920" v="241" actId="21"/>
          <ac:picMkLst>
            <pc:docMk/>
            <pc:sldMk cId="3416352727" sldId="259"/>
            <ac:picMk id="23" creationId="{517B2EAF-D7DD-12E7-168C-527DF52AC928}"/>
          </ac:picMkLst>
        </pc:picChg>
        <pc:picChg chg="del">
          <ac:chgData name="Buysse, Sophie" userId="b97a91af-7430-4a7c-b7aa-bedf51cd7b1e" providerId="ADAL" clId="{82869051-1B2F-4934-968A-C969E15B960C}" dt="2024-08-06T18:14:56.097" v="213" actId="478"/>
          <ac:picMkLst>
            <pc:docMk/>
            <pc:sldMk cId="3416352727" sldId="259"/>
            <ac:picMk id="29" creationId="{06F1C32B-DD9B-6DE7-7FD5-E7464E07E742}"/>
          </ac:picMkLst>
        </pc:picChg>
        <pc:picChg chg="del">
          <ac:chgData name="Buysse, Sophie" userId="b97a91af-7430-4a7c-b7aa-bedf51cd7b1e" providerId="ADAL" clId="{82869051-1B2F-4934-968A-C969E15B960C}" dt="2024-08-06T18:14:55.048" v="211" actId="478"/>
          <ac:picMkLst>
            <pc:docMk/>
            <pc:sldMk cId="3416352727" sldId="259"/>
            <ac:picMk id="33" creationId="{08FE9FD3-84FB-7C98-5C76-62D42F5B2FD3}"/>
          </ac:picMkLst>
        </pc:picChg>
        <pc:picChg chg="del">
          <ac:chgData name="Buysse, Sophie" userId="b97a91af-7430-4a7c-b7aa-bedf51cd7b1e" providerId="ADAL" clId="{82869051-1B2F-4934-968A-C969E15B960C}" dt="2024-08-06T18:14:55.763" v="212" actId="478"/>
          <ac:picMkLst>
            <pc:docMk/>
            <pc:sldMk cId="3416352727" sldId="259"/>
            <ac:picMk id="37" creationId="{914F39CC-18F3-2E9F-B388-8CE8E64499BB}"/>
          </ac:picMkLst>
        </pc:picChg>
        <pc:picChg chg="del">
          <ac:chgData name="Buysse, Sophie" userId="b97a91af-7430-4a7c-b7aa-bedf51cd7b1e" providerId="ADAL" clId="{82869051-1B2F-4934-968A-C969E15B960C}" dt="2024-08-06T18:14:39.501" v="203" actId="478"/>
          <ac:picMkLst>
            <pc:docMk/>
            <pc:sldMk cId="3416352727" sldId="259"/>
            <ac:picMk id="39" creationId="{F974E94F-93A6-184C-BE20-6B39CAF02332}"/>
          </ac:picMkLst>
        </pc:picChg>
        <pc:picChg chg="del">
          <ac:chgData name="Buysse, Sophie" userId="b97a91af-7430-4a7c-b7aa-bedf51cd7b1e" providerId="ADAL" clId="{82869051-1B2F-4934-968A-C969E15B960C}" dt="2024-08-06T18:14:39.501" v="203" actId="478"/>
          <ac:picMkLst>
            <pc:docMk/>
            <pc:sldMk cId="3416352727" sldId="259"/>
            <ac:picMk id="41" creationId="{8186D7EA-BB39-9CE6-6E0C-B38104AA3503}"/>
          </ac:picMkLst>
        </pc:picChg>
        <pc:picChg chg="mod">
          <ac:chgData name="Buysse, Sophie" userId="b97a91af-7430-4a7c-b7aa-bedf51cd7b1e" providerId="ADAL" clId="{82869051-1B2F-4934-968A-C969E15B960C}" dt="2024-08-06T18:16:48.022" v="320" actId="1036"/>
          <ac:picMkLst>
            <pc:docMk/>
            <pc:sldMk cId="3416352727" sldId="259"/>
            <ac:picMk id="45" creationId="{C4CA5611-2FEA-5124-C6DE-6B77CAE34BD1}"/>
          </ac:picMkLst>
        </pc:picChg>
        <pc:picChg chg="mod">
          <ac:chgData name="Buysse, Sophie" userId="b97a91af-7430-4a7c-b7aa-bedf51cd7b1e" providerId="ADAL" clId="{82869051-1B2F-4934-968A-C969E15B960C}" dt="2024-08-06T18:16:48.022" v="320" actId="1036"/>
          <ac:picMkLst>
            <pc:docMk/>
            <pc:sldMk cId="3416352727" sldId="259"/>
            <ac:picMk id="47" creationId="{E33D3F05-327A-6361-DB74-BEE01C6E8612}"/>
          </ac:picMkLst>
        </pc:picChg>
        <pc:picChg chg="del">
          <ac:chgData name="Buysse, Sophie" userId="b97a91af-7430-4a7c-b7aa-bedf51cd7b1e" providerId="ADAL" clId="{82869051-1B2F-4934-968A-C969E15B960C}" dt="2024-08-06T18:14:55.048" v="211" actId="478"/>
          <ac:picMkLst>
            <pc:docMk/>
            <pc:sldMk cId="3416352727" sldId="259"/>
            <ac:picMk id="81" creationId="{32CE3BE7-3314-8039-AE75-A49D60E242A3}"/>
          </ac:picMkLst>
        </pc:picChg>
        <pc:picChg chg="del">
          <ac:chgData name="Buysse, Sophie" userId="b97a91af-7430-4a7c-b7aa-bedf51cd7b1e" providerId="ADAL" clId="{82869051-1B2F-4934-968A-C969E15B960C}" dt="2024-08-06T18:14:55.048" v="211" actId="478"/>
          <ac:picMkLst>
            <pc:docMk/>
            <pc:sldMk cId="3416352727" sldId="259"/>
            <ac:picMk id="83" creationId="{800303A3-AEAE-22BF-4608-B4F526AC2CEA}"/>
          </ac:picMkLst>
        </pc:picChg>
        <pc:picChg chg="del">
          <ac:chgData name="Buysse, Sophie" userId="b97a91af-7430-4a7c-b7aa-bedf51cd7b1e" providerId="ADAL" clId="{82869051-1B2F-4934-968A-C969E15B960C}" dt="2024-08-06T18:14:55.048" v="211" actId="478"/>
          <ac:picMkLst>
            <pc:docMk/>
            <pc:sldMk cId="3416352727" sldId="259"/>
            <ac:picMk id="85" creationId="{817D8B98-79BE-201F-A134-54A69E200ABD}"/>
          </ac:picMkLst>
        </pc:picChg>
        <pc:picChg chg="del">
          <ac:chgData name="Buysse, Sophie" userId="b97a91af-7430-4a7c-b7aa-bedf51cd7b1e" providerId="ADAL" clId="{82869051-1B2F-4934-968A-C969E15B960C}" dt="2024-08-06T18:14:55.048" v="211" actId="478"/>
          <ac:picMkLst>
            <pc:docMk/>
            <pc:sldMk cId="3416352727" sldId="259"/>
            <ac:picMk id="87" creationId="{EF708261-5437-2F9A-2C5E-6508A311F830}"/>
          </ac:picMkLst>
        </pc:picChg>
        <pc:picChg chg="del">
          <ac:chgData name="Buysse, Sophie" userId="b97a91af-7430-4a7c-b7aa-bedf51cd7b1e" providerId="ADAL" clId="{82869051-1B2F-4934-968A-C969E15B960C}" dt="2024-08-06T18:14:55.048" v="211" actId="478"/>
          <ac:picMkLst>
            <pc:docMk/>
            <pc:sldMk cId="3416352727" sldId="259"/>
            <ac:picMk id="89" creationId="{42E945C1-3448-267A-24B3-DB238920193C}"/>
          </ac:picMkLst>
        </pc:picChg>
      </pc:sldChg>
      <pc:sldChg chg="addSp delSp modSp add del mod modNotesTx">
        <pc:chgData name="Buysse, Sophie" userId="b97a91af-7430-4a7c-b7aa-bedf51cd7b1e" providerId="ADAL" clId="{82869051-1B2F-4934-968A-C969E15B960C}" dt="2024-08-07T19:56:51.114" v="925" actId="47"/>
        <pc:sldMkLst>
          <pc:docMk/>
          <pc:sldMk cId="1197890222" sldId="260"/>
        </pc:sldMkLst>
        <pc:spChg chg="add mod">
          <ac:chgData name="Buysse, Sophie" userId="b97a91af-7430-4a7c-b7aa-bedf51cd7b1e" providerId="ADAL" clId="{82869051-1B2F-4934-968A-C969E15B960C}" dt="2024-08-06T18:41:27.285" v="777" actId="113"/>
          <ac:spMkLst>
            <pc:docMk/>
            <pc:sldMk cId="1197890222" sldId="260"/>
            <ac:spMk id="2" creationId="{25819AB8-C412-61C7-556B-55627172C2FA}"/>
          </ac:spMkLst>
        </pc:spChg>
        <pc:spChg chg="add mod">
          <ac:chgData name="Buysse, Sophie" userId="b97a91af-7430-4a7c-b7aa-bedf51cd7b1e" providerId="ADAL" clId="{82869051-1B2F-4934-968A-C969E15B960C}" dt="2024-08-06T18:41:33.287" v="778" actId="113"/>
          <ac:spMkLst>
            <pc:docMk/>
            <pc:sldMk cId="1197890222" sldId="260"/>
            <ac:spMk id="3" creationId="{431A6483-6EA2-7173-5C80-0B526A2D7DB3}"/>
          </ac:spMkLst>
        </pc:spChg>
        <pc:spChg chg="add mod">
          <ac:chgData name="Buysse, Sophie" userId="b97a91af-7430-4a7c-b7aa-bedf51cd7b1e" providerId="ADAL" clId="{82869051-1B2F-4934-968A-C969E15B960C}" dt="2024-08-06T18:41:07.136" v="774" actId="113"/>
          <ac:spMkLst>
            <pc:docMk/>
            <pc:sldMk cId="1197890222" sldId="260"/>
            <ac:spMk id="4" creationId="{52B0ECA1-5497-A636-2CFA-C4C2782403DC}"/>
          </ac:spMkLst>
        </pc:spChg>
        <pc:spChg chg="add mod">
          <ac:chgData name="Buysse, Sophie" userId="b97a91af-7430-4a7c-b7aa-bedf51cd7b1e" providerId="ADAL" clId="{82869051-1B2F-4934-968A-C969E15B960C}" dt="2024-08-06T18:41:12.729" v="775" actId="113"/>
          <ac:spMkLst>
            <pc:docMk/>
            <pc:sldMk cId="1197890222" sldId="260"/>
            <ac:spMk id="5" creationId="{23655A04-18DA-01F1-F379-BCE4218DD698}"/>
          </ac:spMkLst>
        </pc:spChg>
        <pc:picChg chg="mod">
          <ac:chgData name="Buysse, Sophie" userId="b97a91af-7430-4a7c-b7aa-bedf51cd7b1e" providerId="ADAL" clId="{82869051-1B2F-4934-968A-C969E15B960C}" dt="2024-08-06T18:14:12.134" v="147" actId="1076"/>
          <ac:picMkLst>
            <pc:docMk/>
            <pc:sldMk cId="1197890222" sldId="260"/>
            <ac:picMk id="7" creationId="{AD6D397F-7576-0A78-705C-87D5C55D3AAE}"/>
          </ac:picMkLst>
        </pc:picChg>
        <pc:picChg chg="mod">
          <ac:chgData name="Buysse, Sophie" userId="b97a91af-7430-4a7c-b7aa-bedf51cd7b1e" providerId="ADAL" clId="{82869051-1B2F-4934-968A-C969E15B960C}" dt="2024-08-06T18:14:15.122" v="148" actId="1076"/>
          <ac:picMkLst>
            <pc:docMk/>
            <pc:sldMk cId="1197890222" sldId="260"/>
            <ac:picMk id="9" creationId="{3C2B9192-831E-4361-0A53-F52BA619EBA5}"/>
          </ac:picMkLst>
        </pc:picChg>
        <pc:picChg chg="del">
          <ac:chgData name="Buysse, Sophie" userId="b97a91af-7430-4a7c-b7aa-bedf51cd7b1e" providerId="ADAL" clId="{82869051-1B2F-4934-968A-C969E15B960C}" dt="2024-08-06T18:13:37.152" v="99" actId="478"/>
          <ac:picMkLst>
            <pc:docMk/>
            <pc:sldMk cId="1197890222" sldId="260"/>
            <ac:picMk id="13" creationId="{F68D4064-C5AD-A0B4-5F78-74A46FEA1FD5}"/>
          </ac:picMkLst>
        </pc:picChg>
        <pc:picChg chg="del">
          <ac:chgData name="Buysse, Sophie" userId="b97a91af-7430-4a7c-b7aa-bedf51cd7b1e" providerId="ADAL" clId="{82869051-1B2F-4934-968A-C969E15B960C}" dt="2024-08-06T18:13:37.152" v="99" actId="478"/>
          <ac:picMkLst>
            <pc:docMk/>
            <pc:sldMk cId="1197890222" sldId="260"/>
            <ac:picMk id="15" creationId="{302942E2-E392-490C-BA2F-D92669DA546C}"/>
          </ac:picMkLst>
        </pc:picChg>
        <pc:picChg chg="del">
          <ac:chgData name="Buysse, Sophie" userId="b97a91af-7430-4a7c-b7aa-bedf51cd7b1e" providerId="ADAL" clId="{82869051-1B2F-4934-968A-C969E15B960C}" dt="2024-08-06T18:13:37.152" v="99" actId="478"/>
          <ac:picMkLst>
            <pc:docMk/>
            <pc:sldMk cId="1197890222" sldId="260"/>
            <ac:picMk id="17" creationId="{E19C4F58-533A-D669-C69D-D3AC4C993CDF}"/>
          </ac:picMkLst>
        </pc:picChg>
        <pc:picChg chg="del">
          <ac:chgData name="Buysse, Sophie" userId="b97a91af-7430-4a7c-b7aa-bedf51cd7b1e" providerId="ADAL" clId="{82869051-1B2F-4934-968A-C969E15B960C}" dt="2024-08-06T18:13:37.152" v="99" actId="478"/>
          <ac:picMkLst>
            <pc:docMk/>
            <pc:sldMk cId="1197890222" sldId="260"/>
            <ac:picMk id="23" creationId="{517B2EAF-D7DD-12E7-168C-527DF52AC928}"/>
          </ac:picMkLst>
        </pc:picChg>
        <pc:picChg chg="del">
          <ac:chgData name="Buysse, Sophie" userId="b97a91af-7430-4a7c-b7aa-bedf51cd7b1e" providerId="ADAL" clId="{82869051-1B2F-4934-968A-C969E15B960C}" dt="2024-08-06T18:13:38.782" v="100" actId="478"/>
          <ac:picMkLst>
            <pc:docMk/>
            <pc:sldMk cId="1197890222" sldId="260"/>
            <ac:picMk id="29" creationId="{06F1C32B-DD9B-6DE7-7FD5-E7464E07E742}"/>
          </ac:picMkLst>
        </pc:picChg>
        <pc:picChg chg="del">
          <ac:chgData name="Buysse, Sophie" userId="b97a91af-7430-4a7c-b7aa-bedf51cd7b1e" providerId="ADAL" clId="{82869051-1B2F-4934-968A-C969E15B960C}" dt="2024-08-06T18:13:38.782" v="100" actId="478"/>
          <ac:picMkLst>
            <pc:docMk/>
            <pc:sldMk cId="1197890222" sldId="260"/>
            <ac:picMk id="33" creationId="{08FE9FD3-84FB-7C98-5C76-62D42F5B2FD3}"/>
          </ac:picMkLst>
        </pc:picChg>
        <pc:picChg chg="del">
          <ac:chgData name="Buysse, Sophie" userId="b97a91af-7430-4a7c-b7aa-bedf51cd7b1e" providerId="ADAL" clId="{82869051-1B2F-4934-968A-C969E15B960C}" dt="2024-08-06T18:13:39.145" v="101" actId="478"/>
          <ac:picMkLst>
            <pc:docMk/>
            <pc:sldMk cId="1197890222" sldId="260"/>
            <ac:picMk id="37" creationId="{914F39CC-18F3-2E9F-B388-8CE8E64499BB}"/>
          </ac:picMkLst>
        </pc:picChg>
        <pc:picChg chg="mod">
          <ac:chgData name="Buysse, Sophie" userId="b97a91af-7430-4a7c-b7aa-bedf51cd7b1e" providerId="ADAL" clId="{82869051-1B2F-4934-968A-C969E15B960C}" dt="2024-08-06T18:14:08.840" v="146" actId="1076"/>
          <ac:picMkLst>
            <pc:docMk/>
            <pc:sldMk cId="1197890222" sldId="260"/>
            <ac:picMk id="39" creationId="{F974E94F-93A6-184C-BE20-6B39CAF02332}"/>
          </ac:picMkLst>
        </pc:picChg>
        <pc:picChg chg="mod">
          <ac:chgData name="Buysse, Sophie" userId="b97a91af-7430-4a7c-b7aa-bedf51cd7b1e" providerId="ADAL" clId="{82869051-1B2F-4934-968A-C969E15B960C}" dt="2024-08-06T18:14:04.661" v="145" actId="1076"/>
          <ac:picMkLst>
            <pc:docMk/>
            <pc:sldMk cId="1197890222" sldId="260"/>
            <ac:picMk id="41" creationId="{8186D7EA-BB39-9CE6-6E0C-B38104AA3503}"/>
          </ac:picMkLst>
        </pc:picChg>
        <pc:picChg chg="del">
          <ac:chgData name="Buysse, Sophie" userId="b97a91af-7430-4a7c-b7aa-bedf51cd7b1e" providerId="ADAL" clId="{82869051-1B2F-4934-968A-C969E15B960C}" dt="2024-08-06T18:13:37.152" v="99" actId="478"/>
          <ac:picMkLst>
            <pc:docMk/>
            <pc:sldMk cId="1197890222" sldId="260"/>
            <ac:picMk id="45" creationId="{C4CA5611-2FEA-5124-C6DE-6B77CAE34BD1}"/>
          </ac:picMkLst>
        </pc:picChg>
        <pc:picChg chg="del">
          <ac:chgData name="Buysse, Sophie" userId="b97a91af-7430-4a7c-b7aa-bedf51cd7b1e" providerId="ADAL" clId="{82869051-1B2F-4934-968A-C969E15B960C}" dt="2024-08-06T18:13:37.152" v="99" actId="478"/>
          <ac:picMkLst>
            <pc:docMk/>
            <pc:sldMk cId="1197890222" sldId="260"/>
            <ac:picMk id="47" creationId="{E33D3F05-327A-6361-DB74-BEE01C6E8612}"/>
          </ac:picMkLst>
        </pc:picChg>
        <pc:picChg chg="del">
          <ac:chgData name="Buysse, Sophie" userId="b97a91af-7430-4a7c-b7aa-bedf51cd7b1e" providerId="ADAL" clId="{82869051-1B2F-4934-968A-C969E15B960C}" dt="2024-08-06T18:13:41.818" v="102" actId="478"/>
          <ac:picMkLst>
            <pc:docMk/>
            <pc:sldMk cId="1197890222" sldId="260"/>
            <ac:picMk id="81" creationId="{32CE3BE7-3314-8039-AE75-A49D60E242A3}"/>
          </ac:picMkLst>
        </pc:picChg>
        <pc:picChg chg="del">
          <ac:chgData name="Buysse, Sophie" userId="b97a91af-7430-4a7c-b7aa-bedf51cd7b1e" providerId="ADAL" clId="{82869051-1B2F-4934-968A-C969E15B960C}" dt="2024-08-06T18:13:41.818" v="102" actId="478"/>
          <ac:picMkLst>
            <pc:docMk/>
            <pc:sldMk cId="1197890222" sldId="260"/>
            <ac:picMk id="83" creationId="{800303A3-AEAE-22BF-4608-B4F526AC2CEA}"/>
          </ac:picMkLst>
        </pc:picChg>
        <pc:picChg chg="del">
          <ac:chgData name="Buysse, Sophie" userId="b97a91af-7430-4a7c-b7aa-bedf51cd7b1e" providerId="ADAL" clId="{82869051-1B2F-4934-968A-C969E15B960C}" dt="2024-08-06T18:13:41.818" v="102" actId="478"/>
          <ac:picMkLst>
            <pc:docMk/>
            <pc:sldMk cId="1197890222" sldId="260"/>
            <ac:picMk id="85" creationId="{817D8B98-79BE-201F-A134-54A69E200ABD}"/>
          </ac:picMkLst>
        </pc:picChg>
        <pc:picChg chg="del">
          <ac:chgData name="Buysse, Sophie" userId="b97a91af-7430-4a7c-b7aa-bedf51cd7b1e" providerId="ADAL" clId="{82869051-1B2F-4934-968A-C969E15B960C}" dt="2024-08-06T18:13:41.818" v="102" actId="478"/>
          <ac:picMkLst>
            <pc:docMk/>
            <pc:sldMk cId="1197890222" sldId="260"/>
            <ac:picMk id="87" creationId="{EF708261-5437-2F9A-2C5E-6508A311F830}"/>
          </ac:picMkLst>
        </pc:picChg>
        <pc:picChg chg="del">
          <ac:chgData name="Buysse, Sophie" userId="b97a91af-7430-4a7c-b7aa-bedf51cd7b1e" providerId="ADAL" clId="{82869051-1B2F-4934-968A-C969E15B960C}" dt="2024-08-06T18:13:41.818" v="102" actId="478"/>
          <ac:picMkLst>
            <pc:docMk/>
            <pc:sldMk cId="1197890222" sldId="260"/>
            <ac:picMk id="89" creationId="{42E945C1-3448-267A-24B3-DB238920193C}"/>
          </ac:picMkLst>
        </pc:picChg>
      </pc:sldChg>
      <pc:sldChg chg="addSp delSp modSp add mod ord modNotesTx">
        <pc:chgData name="Buysse, Sophie" userId="b97a91af-7430-4a7c-b7aa-bedf51cd7b1e" providerId="ADAL" clId="{82869051-1B2F-4934-968A-C969E15B960C}" dt="2024-08-07T20:23:43.423" v="3278" actId="20577"/>
        <pc:sldMkLst>
          <pc:docMk/>
          <pc:sldMk cId="2348013041" sldId="261"/>
        </pc:sldMkLst>
        <pc:spChg chg="add mod">
          <ac:chgData name="Buysse, Sophie" userId="b97a91af-7430-4a7c-b7aa-bedf51cd7b1e" providerId="ADAL" clId="{82869051-1B2F-4934-968A-C969E15B960C}" dt="2024-08-07T20:00:04.330" v="1316" actId="1076"/>
          <ac:spMkLst>
            <pc:docMk/>
            <pc:sldMk cId="2348013041" sldId="261"/>
            <ac:spMk id="2" creationId="{FA57991C-835C-E46C-944A-82AA7B7DF16F}"/>
          </ac:spMkLst>
        </pc:spChg>
        <pc:spChg chg="add del mod">
          <ac:chgData name="Buysse, Sophie" userId="b97a91af-7430-4a7c-b7aa-bedf51cd7b1e" providerId="ADAL" clId="{82869051-1B2F-4934-968A-C969E15B960C}" dt="2024-08-06T18:38:50.998" v="706" actId="478"/>
          <ac:spMkLst>
            <pc:docMk/>
            <pc:sldMk cId="2348013041" sldId="261"/>
            <ac:spMk id="7" creationId="{8F4640CF-8D6E-7DCC-C84B-A2476528452C}"/>
          </ac:spMkLst>
        </pc:spChg>
        <pc:spChg chg="add del mod">
          <ac:chgData name="Buysse, Sophie" userId="b97a91af-7430-4a7c-b7aa-bedf51cd7b1e" providerId="ADAL" clId="{82869051-1B2F-4934-968A-C969E15B960C}" dt="2024-08-06T18:38:48.558" v="704" actId="478"/>
          <ac:spMkLst>
            <pc:docMk/>
            <pc:sldMk cId="2348013041" sldId="261"/>
            <ac:spMk id="8" creationId="{6E701631-8DB5-5621-DCEA-B4BAB211C977}"/>
          </ac:spMkLst>
        </pc:spChg>
        <pc:spChg chg="add del mod">
          <ac:chgData name="Buysse, Sophie" userId="b97a91af-7430-4a7c-b7aa-bedf51cd7b1e" providerId="ADAL" clId="{82869051-1B2F-4934-968A-C969E15B960C}" dt="2024-08-06T18:38:49.818" v="705" actId="478"/>
          <ac:spMkLst>
            <pc:docMk/>
            <pc:sldMk cId="2348013041" sldId="261"/>
            <ac:spMk id="9" creationId="{CD011BA1-A679-0F7A-EBDA-C8E60D5D7FAD}"/>
          </ac:spMkLst>
        </pc:spChg>
        <pc:spChg chg="add del mod">
          <ac:chgData name="Buysse, Sophie" userId="b97a91af-7430-4a7c-b7aa-bedf51cd7b1e" providerId="ADAL" clId="{82869051-1B2F-4934-968A-C969E15B960C}" dt="2024-08-06T18:49:02.648" v="893" actId="478"/>
          <ac:spMkLst>
            <pc:docMk/>
            <pc:sldMk cId="2348013041" sldId="261"/>
            <ac:spMk id="10" creationId="{92E92969-EDF1-418A-FC7D-55BB564FE911}"/>
          </ac:spMkLst>
        </pc:spChg>
        <pc:spChg chg="add mod">
          <ac:chgData name="Buysse, Sophie" userId="b97a91af-7430-4a7c-b7aa-bedf51cd7b1e" providerId="ADAL" clId="{82869051-1B2F-4934-968A-C969E15B960C}" dt="2024-08-06T18:48:40.222" v="884" actId="113"/>
          <ac:spMkLst>
            <pc:docMk/>
            <pc:sldMk cId="2348013041" sldId="261"/>
            <ac:spMk id="12" creationId="{80C41C25-1A29-9CC9-D028-45E3DCB6113A}"/>
          </ac:spMkLst>
        </pc:spChg>
        <pc:spChg chg="add mod">
          <ac:chgData name="Buysse, Sophie" userId="b97a91af-7430-4a7c-b7aa-bedf51cd7b1e" providerId="ADAL" clId="{82869051-1B2F-4934-968A-C969E15B960C}" dt="2024-08-06T18:48:42.939" v="885" actId="113"/>
          <ac:spMkLst>
            <pc:docMk/>
            <pc:sldMk cId="2348013041" sldId="261"/>
            <ac:spMk id="13" creationId="{C70899D6-D08F-AB49-79AD-1F62163BA860}"/>
          </ac:spMkLst>
        </pc:spChg>
        <pc:spChg chg="add del mod">
          <ac:chgData name="Buysse, Sophie" userId="b97a91af-7430-4a7c-b7aa-bedf51cd7b1e" providerId="ADAL" clId="{82869051-1B2F-4934-968A-C969E15B960C}" dt="2024-08-06T18:49:04.089" v="894" actId="478"/>
          <ac:spMkLst>
            <pc:docMk/>
            <pc:sldMk cId="2348013041" sldId="261"/>
            <ac:spMk id="14" creationId="{B58ACC43-221C-6140-EEC5-72CFD759D305}"/>
          </ac:spMkLst>
        </pc:spChg>
        <pc:spChg chg="add del mod">
          <ac:chgData name="Buysse, Sophie" userId="b97a91af-7430-4a7c-b7aa-bedf51cd7b1e" providerId="ADAL" clId="{82869051-1B2F-4934-968A-C969E15B960C}" dt="2024-08-06T18:48:44.823" v="886" actId="478"/>
          <ac:spMkLst>
            <pc:docMk/>
            <pc:sldMk cId="2348013041" sldId="261"/>
            <ac:spMk id="15" creationId="{ACF09785-D0C1-7C8B-6624-A4E9B1A23860}"/>
          </ac:spMkLst>
        </pc:spChg>
        <pc:spChg chg="add del mod">
          <ac:chgData name="Buysse, Sophie" userId="b97a91af-7430-4a7c-b7aa-bedf51cd7b1e" providerId="ADAL" clId="{82869051-1B2F-4934-968A-C969E15B960C}" dt="2024-08-06T18:48:46.216" v="887" actId="478"/>
          <ac:spMkLst>
            <pc:docMk/>
            <pc:sldMk cId="2348013041" sldId="261"/>
            <ac:spMk id="16" creationId="{B7B52679-8695-8BC8-2036-2B53AEBC6FBC}"/>
          </ac:spMkLst>
        </pc:spChg>
        <pc:spChg chg="add mod">
          <ac:chgData name="Buysse, Sophie" userId="b97a91af-7430-4a7c-b7aa-bedf51cd7b1e" providerId="ADAL" clId="{82869051-1B2F-4934-968A-C969E15B960C}" dt="2024-08-07T20:11:10.777" v="1344" actId="1076"/>
          <ac:spMkLst>
            <pc:docMk/>
            <pc:sldMk cId="2348013041" sldId="261"/>
            <ac:spMk id="17" creationId="{9F58ECE6-0C53-A26A-54FE-61CCD30C086C}"/>
          </ac:spMkLst>
        </pc:spChg>
        <pc:spChg chg="add del mod">
          <ac:chgData name="Buysse, Sophie" userId="b97a91af-7430-4a7c-b7aa-bedf51cd7b1e" providerId="ADAL" clId="{82869051-1B2F-4934-968A-C969E15B960C}" dt="2024-08-06T18:48:52.312" v="890" actId="478"/>
          <ac:spMkLst>
            <pc:docMk/>
            <pc:sldMk cId="2348013041" sldId="261"/>
            <ac:spMk id="18" creationId="{E8C20418-CE0C-53C4-A3D8-88D1AA1839BA}"/>
          </ac:spMkLst>
        </pc:spChg>
        <pc:spChg chg="add mod">
          <ac:chgData name="Buysse, Sophie" userId="b97a91af-7430-4a7c-b7aa-bedf51cd7b1e" providerId="ADAL" clId="{82869051-1B2F-4934-968A-C969E15B960C}" dt="2024-08-06T18:49:00.069" v="892" actId="1076"/>
          <ac:spMkLst>
            <pc:docMk/>
            <pc:sldMk cId="2348013041" sldId="261"/>
            <ac:spMk id="19" creationId="{84D11D13-3074-FF42-C4C9-32F5EBC549B1}"/>
          </ac:spMkLst>
        </pc:spChg>
        <pc:spChg chg="add mod">
          <ac:chgData name="Buysse, Sophie" userId="b97a91af-7430-4a7c-b7aa-bedf51cd7b1e" providerId="ADAL" clId="{82869051-1B2F-4934-968A-C969E15B960C}" dt="2024-08-06T18:49:00.069" v="892" actId="1076"/>
          <ac:spMkLst>
            <pc:docMk/>
            <pc:sldMk cId="2348013041" sldId="261"/>
            <ac:spMk id="20" creationId="{68CAAB83-AE70-C2F6-5A7E-DF40ECCBDA2B}"/>
          </ac:spMkLst>
        </pc:spChg>
        <pc:spChg chg="add mod">
          <ac:chgData name="Buysse, Sophie" userId="b97a91af-7430-4a7c-b7aa-bedf51cd7b1e" providerId="ADAL" clId="{82869051-1B2F-4934-968A-C969E15B960C}" dt="2024-08-06T18:49:12.686" v="897" actId="113"/>
          <ac:spMkLst>
            <pc:docMk/>
            <pc:sldMk cId="2348013041" sldId="261"/>
            <ac:spMk id="22" creationId="{BE218036-A9AD-E16E-7530-D440995FB4EF}"/>
          </ac:spMkLst>
        </pc:spChg>
        <pc:spChg chg="add mod">
          <ac:chgData name="Buysse, Sophie" userId="b97a91af-7430-4a7c-b7aa-bedf51cd7b1e" providerId="ADAL" clId="{82869051-1B2F-4934-968A-C969E15B960C}" dt="2024-08-06T18:49:08.407" v="896" actId="1076"/>
          <ac:spMkLst>
            <pc:docMk/>
            <pc:sldMk cId="2348013041" sldId="261"/>
            <ac:spMk id="23" creationId="{96AC68B9-872C-E3FE-BBCD-A9EA9B4635B9}"/>
          </ac:spMkLst>
        </pc:spChg>
        <pc:picChg chg="add mod">
          <ac:chgData name="Buysse, Sophie" userId="b97a91af-7430-4a7c-b7aa-bedf51cd7b1e" providerId="ADAL" clId="{82869051-1B2F-4934-968A-C969E15B960C}" dt="2024-08-06T18:23:22.228" v="497" actId="571"/>
          <ac:picMkLst>
            <pc:docMk/>
            <pc:sldMk cId="2348013041" sldId="261"/>
            <ac:picMk id="2" creationId="{95E62EC4-BEF1-955A-1DE2-DAFDAD275000}"/>
          </ac:picMkLst>
        </pc:picChg>
        <pc:picChg chg="del">
          <ac:chgData name="Buysse, Sophie" userId="b97a91af-7430-4a7c-b7aa-bedf51cd7b1e" providerId="ADAL" clId="{82869051-1B2F-4934-968A-C969E15B960C}" dt="2024-08-06T18:23:16.382" v="490" actId="478"/>
          <ac:picMkLst>
            <pc:docMk/>
            <pc:sldMk cId="2348013041" sldId="261"/>
            <ac:picMk id="3" creationId="{1E015634-E56D-F74B-59EF-8B5A0EA3BF34}"/>
          </ac:picMkLst>
        </pc:picChg>
        <pc:picChg chg="add mod">
          <ac:chgData name="Buysse, Sophie" userId="b97a91af-7430-4a7c-b7aa-bedf51cd7b1e" providerId="ADAL" clId="{82869051-1B2F-4934-968A-C969E15B960C}" dt="2024-08-06T18:23:22.228" v="497" actId="571"/>
          <ac:picMkLst>
            <pc:docMk/>
            <pc:sldMk cId="2348013041" sldId="261"/>
            <ac:picMk id="4" creationId="{8165DEA1-D7B5-C6BF-FBB5-732BE8897EB1}"/>
          </ac:picMkLst>
        </pc:picChg>
        <pc:picChg chg="del">
          <ac:chgData name="Buysse, Sophie" userId="b97a91af-7430-4a7c-b7aa-bedf51cd7b1e" providerId="ADAL" clId="{82869051-1B2F-4934-968A-C969E15B960C}" dt="2024-08-06T18:23:14.674" v="486" actId="478"/>
          <ac:picMkLst>
            <pc:docMk/>
            <pc:sldMk cId="2348013041" sldId="261"/>
            <ac:picMk id="5" creationId="{D86B1000-33E9-7E7C-BB69-F2F2E2732764}"/>
          </ac:picMkLst>
        </pc:picChg>
        <pc:picChg chg="add mod">
          <ac:chgData name="Buysse, Sophie" userId="b97a91af-7430-4a7c-b7aa-bedf51cd7b1e" providerId="ADAL" clId="{82869051-1B2F-4934-968A-C969E15B960C}" dt="2024-08-06T18:23:22.228" v="497" actId="571"/>
          <ac:picMkLst>
            <pc:docMk/>
            <pc:sldMk cId="2348013041" sldId="261"/>
            <ac:picMk id="6" creationId="{FD83DE02-A7E2-A0E3-D634-4D04BBE056DF}"/>
          </ac:picMkLst>
        </pc:picChg>
        <pc:picChg chg="del">
          <ac:chgData name="Buysse, Sophie" userId="b97a91af-7430-4a7c-b7aa-bedf51cd7b1e" providerId="ADAL" clId="{82869051-1B2F-4934-968A-C969E15B960C}" dt="2024-08-06T18:23:15.576" v="488" actId="478"/>
          <ac:picMkLst>
            <pc:docMk/>
            <pc:sldMk cId="2348013041" sldId="261"/>
            <ac:picMk id="11" creationId="{54DD81B7-391C-EEBA-A99F-29FD8E532652}"/>
          </ac:picMkLst>
        </pc:picChg>
        <pc:picChg chg="del">
          <ac:chgData name="Buysse, Sophie" userId="b97a91af-7430-4a7c-b7aa-bedf51cd7b1e" providerId="ADAL" clId="{82869051-1B2F-4934-968A-C969E15B960C}" dt="2024-08-06T18:23:17.107" v="492" actId="478"/>
          <ac:picMkLst>
            <pc:docMk/>
            <pc:sldMk cId="2348013041" sldId="261"/>
            <ac:picMk id="21" creationId="{BF5FCDCC-EFE7-D5B4-EA8C-5917CE786E1C}"/>
          </ac:picMkLst>
        </pc:picChg>
        <pc:picChg chg="del">
          <ac:chgData name="Buysse, Sophie" userId="b97a91af-7430-4a7c-b7aa-bedf51cd7b1e" providerId="ADAL" clId="{82869051-1B2F-4934-968A-C969E15B960C}" dt="2024-08-06T18:23:17.434" v="493" actId="478"/>
          <ac:picMkLst>
            <pc:docMk/>
            <pc:sldMk cId="2348013041" sldId="261"/>
            <ac:picMk id="25" creationId="{29CF95C0-7FF2-B578-219E-12EBA7BC5CA0}"/>
          </ac:picMkLst>
        </pc:picChg>
        <pc:picChg chg="del">
          <ac:chgData name="Buysse, Sophie" userId="b97a91af-7430-4a7c-b7aa-bedf51cd7b1e" providerId="ADAL" clId="{82869051-1B2F-4934-968A-C969E15B960C}" dt="2024-08-06T18:23:17.864" v="494" actId="478"/>
          <ac:picMkLst>
            <pc:docMk/>
            <pc:sldMk cId="2348013041" sldId="261"/>
            <ac:picMk id="31" creationId="{143255F0-3C7A-1C8D-AFD3-6FB85A46AFE8}"/>
          </ac:picMkLst>
        </pc:picChg>
        <pc:picChg chg="del">
          <ac:chgData name="Buysse, Sophie" userId="b97a91af-7430-4a7c-b7aa-bedf51cd7b1e" providerId="ADAL" clId="{82869051-1B2F-4934-968A-C969E15B960C}" dt="2024-08-06T18:23:18.256" v="495" actId="478"/>
          <ac:picMkLst>
            <pc:docMk/>
            <pc:sldMk cId="2348013041" sldId="261"/>
            <ac:picMk id="35" creationId="{006FBEA2-B0EE-8574-DB43-0F3918410C4E}"/>
          </ac:picMkLst>
        </pc:picChg>
        <pc:picChg chg="del">
          <ac:chgData name="Buysse, Sophie" userId="b97a91af-7430-4a7c-b7aa-bedf51cd7b1e" providerId="ADAL" clId="{82869051-1B2F-4934-968A-C969E15B960C}" dt="2024-08-06T18:23:15.229" v="487" actId="478"/>
          <ac:picMkLst>
            <pc:docMk/>
            <pc:sldMk cId="2348013041" sldId="261"/>
            <ac:picMk id="43" creationId="{53550CA7-DBCB-C0E8-BACE-35D4012D7E1A}"/>
          </ac:picMkLst>
        </pc:picChg>
        <pc:picChg chg="del">
          <ac:chgData name="Buysse, Sophie" userId="b97a91af-7430-4a7c-b7aa-bedf51cd7b1e" providerId="ADAL" clId="{82869051-1B2F-4934-968A-C969E15B960C}" dt="2024-08-06T18:23:16.725" v="491" actId="478"/>
          <ac:picMkLst>
            <pc:docMk/>
            <pc:sldMk cId="2348013041" sldId="261"/>
            <ac:picMk id="49" creationId="{AAD2EFD0-F4F4-A352-B494-BAAF25689E62}"/>
          </ac:picMkLst>
        </pc:picChg>
        <pc:picChg chg="mod">
          <ac:chgData name="Buysse, Sophie" userId="b97a91af-7430-4a7c-b7aa-bedf51cd7b1e" providerId="ADAL" clId="{82869051-1B2F-4934-968A-C969E15B960C}" dt="2024-08-06T18:23:48.682" v="505" actId="1076"/>
          <ac:picMkLst>
            <pc:docMk/>
            <pc:sldMk cId="2348013041" sldId="261"/>
            <ac:picMk id="51" creationId="{193F8EC6-4771-F360-A5A7-CA77A4641F15}"/>
          </ac:picMkLst>
        </pc:picChg>
        <pc:picChg chg="del">
          <ac:chgData name="Buysse, Sophie" userId="b97a91af-7430-4a7c-b7aa-bedf51cd7b1e" providerId="ADAL" clId="{82869051-1B2F-4934-968A-C969E15B960C}" dt="2024-08-06T18:23:13.996" v="484" actId="478"/>
          <ac:picMkLst>
            <pc:docMk/>
            <pc:sldMk cId="2348013041" sldId="261"/>
            <ac:picMk id="77" creationId="{19D7C38B-2C72-E9A2-518A-B67F26745C09}"/>
          </ac:picMkLst>
        </pc:picChg>
        <pc:picChg chg="del">
          <ac:chgData name="Buysse, Sophie" userId="b97a91af-7430-4a7c-b7aa-bedf51cd7b1e" providerId="ADAL" clId="{82869051-1B2F-4934-968A-C969E15B960C}" dt="2024-08-06T18:23:14.341" v="485" actId="478"/>
          <ac:picMkLst>
            <pc:docMk/>
            <pc:sldMk cId="2348013041" sldId="261"/>
            <ac:picMk id="79" creationId="{175DBA8D-929E-4088-D54F-2CCA30411F34}"/>
          </ac:picMkLst>
        </pc:picChg>
        <pc:picChg chg="mod">
          <ac:chgData name="Buysse, Sophie" userId="b97a91af-7430-4a7c-b7aa-bedf51cd7b1e" providerId="ADAL" clId="{82869051-1B2F-4934-968A-C969E15B960C}" dt="2024-08-06T18:23:37.134" v="502" actId="1076"/>
          <ac:picMkLst>
            <pc:docMk/>
            <pc:sldMk cId="2348013041" sldId="261"/>
            <ac:picMk id="91" creationId="{6326F016-0FD8-909D-9115-F19478974A47}"/>
          </ac:picMkLst>
        </pc:picChg>
        <pc:picChg chg="mod">
          <ac:chgData name="Buysse, Sophie" userId="b97a91af-7430-4a7c-b7aa-bedf51cd7b1e" providerId="ADAL" clId="{82869051-1B2F-4934-968A-C969E15B960C}" dt="2024-08-06T18:23:44.750" v="504" actId="1076"/>
          <ac:picMkLst>
            <pc:docMk/>
            <pc:sldMk cId="2348013041" sldId="261"/>
            <ac:picMk id="93" creationId="{607C7793-3E25-083B-C8DA-5B46D0052BFE}"/>
          </ac:picMkLst>
        </pc:picChg>
        <pc:picChg chg="mod">
          <ac:chgData name="Buysse, Sophie" userId="b97a91af-7430-4a7c-b7aa-bedf51cd7b1e" providerId="ADAL" clId="{82869051-1B2F-4934-968A-C969E15B960C}" dt="2024-08-07T20:10:08.813" v="1334" actId="1076"/>
          <ac:picMkLst>
            <pc:docMk/>
            <pc:sldMk cId="2348013041" sldId="261"/>
            <ac:picMk id="95" creationId="{2C6AFC08-FC58-86AE-1274-D6E9CF365D3A}"/>
          </ac:picMkLst>
        </pc:picChg>
        <pc:picChg chg="del">
          <ac:chgData name="Buysse, Sophie" userId="b97a91af-7430-4a7c-b7aa-bedf51cd7b1e" providerId="ADAL" clId="{82869051-1B2F-4934-968A-C969E15B960C}" dt="2024-08-06T18:23:15.927" v="489" actId="478"/>
          <ac:picMkLst>
            <pc:docMk/>
            <pc:sldMk cId="2348013041" sldId="261"/>
            <ac:picMk id="99" creationId="{D74A978A-3E74-4F98-922A-E3B81AA40952}"/>
          </ac:picMkLst>
        </pc:picChg>
      </pc:sldChg>
      <pc:sldChg chg="addSp delSp modSp add mod ord modNotesTx">
        <pc:chgData name="Buysse, Sophie" userId="b97a91af-7430-4a7c-b7aa-bedf51cd7b1e" providerId="ADAL" clId="{82869051-1B2F-4934-968A-C969E15B960C}" dt="2024-08-07T20:11:27.146" v="1350" actId="1076"/>
        <pc:sldMkLst>
          <pc:docMk/>
          <pc:sldMk cId="1542131686" sldId="262"/>
        </pc:sldMkLst>
        <pc:spChg chg="add del mod">
          <ac:chgData name="Buysse, Sophie" userId="b97a91af-7430-4a7c-b7aa-bedf51cd7b1e" providerId="ADAL" clId="{82869051-1B2F-4934-968A-C969E15B960C}" dt="2024-08-06T18:38:46.143" v="702" actId="478"/>
          <ac:spMkLst>
            <pc:docMk/>
            <pc:sldMk cId="1542131686" sldId="262"/>
            <ac:spMk id="2" creationId="{5DC814DD-0B8E-EB50-9140-535D300F9D32}"/>
          </ac:spMkLst>
        </pc:spChg>
        <pc:spChg chg="add mod">
          <ac:chgData name="Buysse, Sophie" userId="b97a91af-7430-4a7c-b7aa-bedf51cd7b1e" providerId="ADAL" clId="{82869051-1B2F-4934-968A-C969E15B960C}" dt="2024-08-07T19:59:25.740" v="1302" actId="20577"/>
          <ac:spMkLst>
            <pc:docMk/>
            <pc:sldMk cId="1542131686" sldId="262"/>
            <ac:spMk id="2" creationId="{B8DA69E2-1B66-DDC4-6B12-76601FDB44CF}"/>
          </ac:spMkLst>
        </pc:spChg>
        <pc:spChg chg="add del mod">
          <ac:chgData name="Buysse, Sophie" userId="b97a91af-7430-4a7c-b7aa-bedf51cd7b1e" providerId="ADAL" clId="{82869051-1B2F-4934-968A-C969E15B960C}" dt="2024-08-06T18:38:44.748" v="701" actId="478"/>
          <ac:spMkLst>
            <pc:docMk/>
            <pc:sldMk cId="1542131686" sldId="262"/>
            <ac:spMk id="4" creationId="{4041363F-4943-8C08-6AD5-BC148BF549AF}"/>
          </ac:spMkLst>
        </pc:spChg>
        <pc:spChg chg="add del mod">
          <ac:chgData name="Buysse, Sophie" userId="b97a91af-7430-4a7c-b7aa-bedf51cd7b1e" providerId="ADAL" clId="{82869051-1B2F-4934-968A-C969E15B960C}" dt="2024-08-07T19:55:27.206" v="909" actId="478"/>
          <ac:spMkLst>
            <pc:docMk/>
            <pc:sldMk cId="1542131686" sldId="262"/>
            <ac:spMk id="6" creationId="{1B206EBD-8F67-3E3E-9BB2-4559DD0C143F}"/>
          </ac:spMkLst>
        </pc:spChg>
        <pc:spChg chg="add del mod">
          <ac:chgData name="Buysse, Sophie" userId="b97a91af-7430-4a7c-b7aa-bedf51cd7b1e" providerId="ADAL" clId="{82869051-1B2F-4934-968A-C969E15B960C}" dt="2024-08-07T19:55:28.665" v="910" actId="478"/>
          <ac:spMkLst>
            <pc:docMk/>
            <pc:sldMk cId="1542131686" sldId="262"/>
            <ac:spMk id="7" creationId="{1C367119-608D-C22E-705D-A0D5718F7587}"/>
          </ac:spMkLst>
        </pc:spChg>
        <pc:spChg chg="add mod">
          <ac:chgData name="Buysse, Sophie" userId="b97a91af-7430-4a7c-b7aa-bedf51cd7b1e" providerId="ADAL" clId="{82869051-1B2F-4934-968A-C969E15B960C}" dt="2024-08-07T20:11:27.146" v="1350" actId="1076"/>
          <ac:spMkLst>
            <pc:docMk/>
            <pc:sldMk cId="1542131686" sldId="262"/>
            <ac:spMk id="8" creationId="{20AC975B-C3C7-4E59-C467-A79F9E11A6ED}"/>
          </ac:spMkLst>
        </pc:spChg>
        <pc:spChg chg="add mod">
          <ac:chgData name="Buysse, Sophie" userId="b97a91af-7430-4a7c-b7aa-bedf51cd7b1e" providerId="ADAL" clId="{82869051-1B2F-4934-968A-C969E15B960C}" dt="2024-08-07T20:11:27.146" v="1350" actId="1076"/>
          <ac:spMkLst>
            <pc:docMk/>
            <pc:sldMk cId="1542131686" sldId="262"/>
            <ac:spMk id="9" creationId="{227051E2-ED78-CB8C-F05B-99BC0A4DFCEA}"/>
          </ac:spMkLst>
        </pc:spChg>
        <pc:spChg chg="add mod">
          <ac:chgData name="Buysse, Sophie" userId="b97a91af-7430-4a7c-b7aa-bedf51cd7b1e" providerId="ADAL" clId="{82869051-1B2F-4934-968A-C969E15B960C}" dt="2024-08-07T20:11:27.146" v="1350" actId="1076"/>
          <ac:spMkLst>
            <pc:docMk/>
            <pc:sldMk cId="1542131686" sldId="262"/>
            <ac:spMk id="10" creationId="{9F303921-7C02-FAE7-7346-E2512CF9E4C1}"/>
          </ac:spMkLst>
        </pc:spChg>
        <pc:picChg chg="del">
          <ac:chgData name="Buysse, Sophie" userId="b97a91af-7430-4a7c-b7aa-bedf51cd7b1e" providerId="ADAL" clId="{82869051-1B2F-4934-968A-C969E15B960C}" dt="2024-08-06T18:24:13.197" v="526" actId="478"/>
          <ac:picMkLst>
            <pc:docMk/>
            <pc:sldMk cId="1542131686" sldId="262"/>
            <ac:picMk id="3" creationId="{1E015634-E56D-F74B-59EF-8B5A0EA3BF34}"/>
          </ac:picMkLst>
        </pc:picChg>
        <pc:picChg chg="mod">
          <ac:chgData name="Buysse, Sophie" userId="b97a91af-7430-4a7c-b7aa-bedf51cd7b1e" providerId="ADAL" clId="{82869051-1B2F-4934-968A-C969E15B960C}" dt="2024-08-07T19:57:01.540" v="926" actId="1076"/>
          <ac:picMkLst>
            <pc:docMk/>
            <pc:sldMk cId="1542131686" sldId="262"/>
            <ac:picMk id="5" creationId="{D86B1000-33E9-7E7C-BB69-F2F2E2732764}"/>
          </ac:picMkLst>
        </pc:picChg>
        <pc:picChg chg="del">
          <ac:chgData name="Buysse, Sophie" userId="b97a91af-7430-4a7c-b7aa-bedf51cd7b1e" providerId="ADAL" clId="{82869051-1B2F-4934-968A-C969E15B960C}" dt="2024-08-06T18:24:11.730" v="523" actId="478"/>
          <ac:picMkLst>
            <pc:docMk/>
            <pc:sldMk cId="1542131686" sldId="262"/>
            <ac:picMk id="11" creationId="{54DD81B7-391C-EEBA-A99F-29FD8E532652}"/>
          </ac:picMkLst>
        </pc:picChg>
        <pc:picChg chg="del">
          <ac:chgData name="Buysse, Sophie" userId="b97a91af-7430-4a7c-b7aa-bedf51cd7b1e" providerId="ADAL" clId="{82869051-1B2F-4934-968A-C969E15B960C}" dt="2024-08-06T18:24:13.915" v="528" actId="478"/>
          <ac:picMkLst>
            <pc:docMk/>
            <pc:sldMk cId="1542131686" sldId="262"/>
            <ac:picMk id="21" creationId="{BF5FCDCC-EFE7-D5B4-EA8C-5917CE786E1C}"/>
          </ac:picMkLst>
        </pc:picChg>
        <pc:picChg chg="del">
          <ac:chgData name="Buysse, Sophie" userId="b97a91af-7430-4a7c-b7aa-bedf51cd7b1e" providerId="ADAL" clId="{82869051-1B2F-4934-968A-C969E15B960C}" dt="2024-08-06T18:24:13.556" v="527" actId="478"/>
          <ac:picMkLst>
            <pc:docMk/>
            <pc:sldMk cId="1542131686" sldId="262"/>
            <ac:picMk id="25" creationId="{29CF95C0-7FF2-B578-219E-12EBA7BC5CA0}"/>
          </ac:picMkLst>
        </pc:picChg>
        <pc:picChg chg="del">
          <ac:chgData name="Buysse, Sophie" userId="b97a91af-7430-4a7c-b7aa-bedf51cd7b1e" providerId="ADAL" clId="{82869051-1B2F-4934-968A-C969E15B960C}" dt="2024-08-06T18:24:14.347" v="529" actId="478"/>
          <ac:picMkLst>
            <pc:docMk/>
            <pc:sldMk cId="1542131686" sldId="262"/>
            <ac:picMk id="31" creationId="{143255F0-3C7A-1C8D-AFD3-6FB85A46AFE8}"/>
          </ac:picMkLst>
        </pc:picChg>
        <pc:picChg chg="del">
          <ac:chgData name="Buysse, Sophie" userId="b97a91af-7430-4a7c-b7aa-bedf51cd7b1e" providerId="ADAL" clId="{82869051-1B2F-4934-968A-C969E15B960C}" dt="2024-08-06T18:24:14.828" v="530" actId="478"/>
          <ac:picMkLst>
            <pc:docMk/>
            <pc:sldMk cId="1542131686" sldId="262"/>
            <ac:picMk id="35" creationId="{006FBEA2-B0EE-8574-DB43-0F3918410C4E}"/>
          </ac:picMkLst>
        </pc:picChg>
        <pc:picChg chg="del">
          <ac:chgData name="Buysse, Sophie" userId="b97a91af-7430-4a7c-b7aa-bedf51cd7b1e" providerId="ADAL" clId="{82869051-1B2F-4934-968A-C969E15B960C}" dt="2024-08-06T18:24:11.328" v="522" actId="478"/>
          <ac:picMkLst>
            <pc:docMk/>
            <pc:sldMk cId="1542131686" sldId="262"/>
            <ac:picMk id="43" creationId="{53550CA7-DBCB-C0E8-BACE-35D4012D7E1A}"/>
          </ac:picMkLst>
        </pc:picChg>
        <pc:picChg chg="del">
          <ac:chgData name="Buysse, Sophie" userId="b97a91af-7430-4a7c-b7aa-bedf51cd7b1e" providerId="ADAL" clId="{82869051-1B2F-4934-968A-C969E15B960C}" dt="2024-08-06T18:24:12.853" v="525" actId="478"/>
          <ac:picMkLst>
            <pc:docMk/>
            <pc:sldMk cId="1542131686" sldId="262"/>
            <ac:picMk id="49" creationId="{AAD2EFD0-F4F4-A352-B494-BAAF25689E62}"/>
          </ac:picMkLst>
        </pc:picChg>
        <pc:picChg chg="del mod">
          <ac:chgData name="Buysse, Sophie" userId="b97a91af-7430-4a7c-b7aa-bedf51cd7b1e" providerId="ADAL" clId="{82869051-1B2F-4934-968A-C969E15B960C}" dt="2024-08-07T19:55:25.672" v="908" actId="478"/>
          <ac:picMkLst>
            <pc:docMk/>
            <pc:sldMk cId="1542131686" sldId="262"/>
            <ac:picMk id="77" creationId="{19D7C38B-2C72-E9A2-518A-B67F26745C09}"/>
          </ac:picMkLst>
        </pc:picChg>
        <pc:picChg chg="mod">
          <ac:chgData name="Buysse, Sophie" userId="b97a91af-7430-4a7c-b7aa-bedf51cd7b1e" providerId="ADAL" clId="{82869051-1B2F-4934-968A-C969E15B960C}" dt="2024-08-07T19:57:01.540" v="926" actId="1076"/>
          <ac:picMkLst>
            <pc:docMk/>
            <pc:sldMk cId="1542131686" sldId="262"/>
            <ac:picMk id="79" creationId="{175DBA8D-929E-4088-D54F-2CCA30411F34}"/>
          </ac:picMkLst>
        </pc:picChg>
        <pc:picChg chg="del">
          <ac:chgData name="Buysse, Sophie" userId="b97a91af-7430-4a7c-b7aa-bedf51cd7b1e" providerId="ADAL" clId="{82869051-1B2F-4934-968A-C969E15B960C}" dt="2024-08-06T18:24:12.118" v="524" actId="478"/>
          <ac:picMkLst>
            <pc:docMk/>
            <pc:sldMk cId="1542131686" sldId="262"/>
            <ac:picMk id="99" creationId="{D74A978A-3E74-4F98-922A-E3B81AA40952}"/>
          </ac:picMkLst>
        </pc:picChg>
      </pc:sldChg>
      <pc:sldChg chg="addSp delSp modSp add mod modNotesTx">
        <pc:chgData name="Buysse, Sophie" userId="b97a91af-7430-4a7c-b7aa-bedf51cd7b1e" providerId="ADAL" clId="{82869051-1B2F-4934-968A-C969E15B960C}" dt="2024-08-07T20:33:03.157" v="4401" actId="20577"/>
        <pc:sldMkLst>
          <pc:docMk/>
          <pc:sldMk cId="2704134733" sldId="263"/>
        </pc:sldMkLst>
        <pc:spChg chg="add del mod">
          <ac:chgData name="Buysse, Sophie" userId="b97a91af-7430-4a7c-b7aa-bedf51cd7b1e" providerId="ADAL" clId="{82869051-1B2F-4934-968A-C969E15B960C}" dt="2024-08-06T18:37:18.862" v="645" actId="478"/>
          <ac:spMkLst>
            <pc:docMk/>
            <pc:sldMk cId="2704134733" sldId="263"/>
            <ac:spMk id="2" creationId="{92208943-3085-2508-F4F0-C24D4F1F468C}"/>
          </ac:spMkLst>
        </pc:spChg>
        <pc:spChg chg="add del mod">
          <ac:chgData name="Buysse, Sophie" userId="b97a91af-7430-4a7c-b7aa-bedf51cd7b1e" providerId="ADAL" clId="{82869051-1B2F-4934-968A-C969E15B960C}" dt="2024-08-06T18:37:17.824" v="644" actId="478"/>
          <ac:spMkLst>
            <pc:docMk/>
            <pc:sldMk cId="2704134733" sldId="263"/>
            <ac:spMk id="4" creationId="{31500170-E116-7757-077B-4AAAB242C9B3}"/>
          </ac:spMkLst>
        </pc:spChg>
        <pc:spChg chg="add del mod">
          <ac:chgData name="Buysse, Sophie" userId="b97a91af-7430-4a7c-b7aa-bedf51cd7b1e" providerId="ADAL" clId="{82869051-1B2F-4934-968A-C969E15B960C}" dt="2024-08-06T18:37:16.882" v="643" actId="478"/>
          <ac:spMkLst>
            <pc:docMk/>
            <pc:sldMk cId="2704134733" sldId="263"/>
            <ac:spMk id="5" creationId="{A0FD6171-64DC-0232-B915-7F7C8D3D18FC}"/>
          </ac:spMkLst>
        </pc:spChg>
        <pc:spChg chg="add mod">
          <ac:chgData name="Buysse, Sophie" userId="b97a91af-7430-4a7c-b7aa-bedf51cd7b1e" providerId="ADAL" clId="{82869051-1B2F-4934-968A-C969E15B960C}" dt="2024-08-07T19:56:16.902" v="921" actId="1076"/>
          <ac:spMkLst>
            <pc:docMk/>
            <pc:sldMk cId="2704134733" sldId="263"/>
            <ac:spMk id="6" creationId="{929CA0AF-F2F2-F3A1-61CA-E4AFAB550265}"/>
          </ac:spMkLst>
        </pc:spChg>
        <pc:spChg chg="add mod">
          <ac:chgData name="Buysse, Sophie" userId="b97a91af-7430-4a7c-b7aa-bedf51cd7b1e" providerId="ADAL" clId="{82869051-1B2F-4934-968A-C969E15B960C}" dt="2024-08-07T19:56:16.902" v="921" actId="1076"/>
          <ac:spMkLst>
            <pc:docMk/>
            <pc:sldMk cId="2704134733" sldId="263"/>
            <ac:spMk id="7" creationId="{8AAE143C-150F-1E0C-DCC3-FED448DC4CAB}"/>
          </ac:spMkLst>
        </pc:spChg>
        <pc:spChg chg="add del mod">
          <ac:chgData name="Buysse, Sophie" userId="b97a91af-7430-4a7c-b7aa-bedf51cd7b1e" providerId="ADAL" clId="{82869051-1B2F-4934-968A-C969E15B960C}" dt="2024-08-07T19:56:07.585" v="917" actId="478"/>
          <ac:spMkLst>
            <pc:docMk/>
            <pc:sldMk cId="2704134733" sldId="263"/>
            <ac:spMk id="8" creationId="{7D67F609-3B03-59D6-B390-8211A922CD3F}"/>
          </ac:spMkLst>
        </pc:spChg>
        <pc:spChg chg="add del mod">
          <ac:chgData name="Buysse, Sophie" userId="b97a91af-7430-4a7c-b7aa-bedf51cd7b1e" providerId="ADAL" clId="{82869051-1B2F-4934-968A-C969E15B960C}" dt="2024-08-07T19:56:10.571" v="919" actId="478"/>
          <ac:spMkLst>
            <pc:docMk/>
            <pc:sldMk cId="2704134733" sldId="263"/>
            <ac:spMk id="9" creationId="{75A6D8C2-48E4-4C4D-156C-D76050F9B477}"/>
          </ac:spMkLst>
        </pc:spChg>
        <pc:picChg chg="del">
          <ac:chgData name="Buysse, Sophie" userId="b97a91af-7430-4a7c-b7aa-bedf51cd7b1e" providerId="ADAL" clId="{82869051-1B2F-4934-968A-C969E15B960C}" dt="2024-08-06T18:25:42.049" v="588" actId="478"/>
          <ac:picMkLst>
            <pc:docMk/>
            <pc:sldMk cId="2704134733" sldId="263"/>
            <ac:picMk id="3" creationId="{1E015634-E56D-F74B-59EF-8B5A0EA3BF34}"/>
          </ac:picMkLst>
        </pc:picChg>
        <pc:picChg chg="del">
          <ac:chgData name="Buysse, Sophie" userId="b97a91af-7430-4a7c-b7aa-bedf51cd7b1e" providerId="ADAL" clId="{82869051-1B2F-4934-968A-C969E15B960C}" dt="2024-08-06T18:25:41.003" v="586" actId="478"/>
          <ac:picMkLst>
            <pc:docMk/>
            <pc:sldMk cId="2704134733" sldId="263"/>
            <ac:picMk id="11" creationId="{54DD81B7-391C-EEBA-A99F-29FD8E532652}"/>
          </ac:picMkLst>
        </pc:picChg>
        <pc:picChg chg="del mod">
          <ac:chgData name="Buysse, Sophie" userId="b97a91af-7430-4a7c-b7aa-bedf51cd7b1e" providerId="ADAL" clId="{82869051-1B2F-4934-968A-C969E15B960C}" dt="2024-08-07T19:56:04.786" v="916" actId="478"/>
          <ac:picMkLst>
            <pc:docMk/>
            <pc:sldMk cId="2704134733" sldId="263"/>
            <ac:picMk id="21" creationId="{BF5FCDCC-EFE7-D5B4-EA8C-5917CE786E1C}"/>
          </ac:picMkLst>
        </pc:picChg>
        <pc:picChg chg="del mod">
          <ac:chgData name="Buysse, Sophie" userId="b97a91af-7430-4a7c-b7aa-bedf51cd7b1e" providerId="ADAL" clId="{82869051-1B2F-4934-968A-C969E15B960C}" dt="2024-08-07T19:56:08.405" v="918" actId="478"/>
          <ac:picMkLst>
            <pc:docMk/>
            <pc:sldMk cId="2704134733" sldId="263"/>
            <ac:picMk id="25" creationId="{29CF95C0-7FF2-B578-219E-12EBA7BC5CA0}"/>
          </ac:picMkLst>
        </pc:picChg>
        <pc:picChg chg="mod">
          <ac:chgData name="Buysse, Sophie" userId="b97a91af-7430-4a7c-b7aa-bedf51cd7b1e" providerId="ADAL" clId="{82869051-1B2F-4934-968A-C969E15B960C}" dt="2024-08-07T19:56:16.902" v="921" actId="1076"/>
          <ac:picMkLst>
            <pc:docMk/>
            <pc:sldMk cId="2704134733" sldId="263"/>
            <ac:picMk id="31" creationId="{143255F0-3C7A-1C8D-AFD3-6FB85A46AFE8}"/>
          </ac:picMkLst>
        </pc:picChg>
        <pc:picChg chg="mod">
          <ac:chgData name="Buysse, Sophie" userId="b97a91af-7430-4a7c-b7aa-bedf51cd7b1e" providerId="ADAL" clId="{82869051-1B2F-4934-968A-C969E15B960C}" dt="2024-08-07T19:56:16.902" v="921" actId="1076"/>
          <ac:picMkLst>
            <pc:docMk/>
            <pc:sldMk cId="2704134733" sldId="263"/>
            <ac:picMk id="35" creationId="{006FBEA2-B0EE-8574-DB43-0F3918410C4E}"/>
          </ac:picMkLst>
        </pc:picChg>
        <pc:picChg chg="del">
          <ac:chgData name="Buysse, Sophie" userId="b97a91af-7430-4a7c-b7aa-bedf51cd7b1e" providerId="ADAL" clId="{82869051-1B2F-4934-968A-C969E15B960C}" dt="2024-08-06T18:25:41.362" v="587" actId="478"/>
          <ac:picMkLst>
            <pc:docMk/>
            <pc:sldMk cId="2704134733" sldId="263"/>
            <ac:picMk id="43" creationId="{53550CA7-DBCB-C0E8-BACE-35D4012D7E1A}"/>
          </ac:picMkLst>
        </pc:picChg>
        <pc:picChg chg="del">
          <ac:chgData name="Buysse, Sophie" userId="b97a91af-7430-4a7c-b7aa-bedf51cd7b1e" providerId="ADAL" clId="{82869051-1B2F-4934-968A-C969E15B960C}" dt="2024-08-06T18:25:42.551" v="589" actId="478"/>
          <ac:picMkLst>
            <pc:docMk/>
            <pc:sldMk cId="2704134733" sldId="263"/>
            <ac:picMk id="49" creationId="{AAD2EFD0-F4F4-A352-B494-BAAF25689E62}"/>
          </ac:picMkLst>
        </pc:picChg>
        <pc:picChg chg="del">
          <ac:chgData name="Buysse, Sophie" userId="b97a91af-7430-4a7c-b7aa-bedf51cd7b1e" providerId="ADAL" clId="{82869051-1B2F-4934-968A-C969E15B960C}" dt="2024-08-06T18:25:40.684" v="585" actId="478"/>
          <ac:picMkLst>
            <pc:docMk/>
            <pc:sldMk cId="2704134733" sldId="263"/>
            <ac:picMk id="99" creationId="{D74A978A-3E74-4F98-922A-E3B81AA40952}"/>
          </ac:picMkLst>
        </pc:picChg>
      </pc:sldChg>
      <pc:sldChg chg="add">
        <pc:chgData name="Buysse, Sophie" userId="b97a91af-7430-4a7c-b7aa-bedf51cd7b1e" providerId="ADAL" clId="{82869051-1B2F-4934-968A-C969E15B960C}" dt="2024-08-07T19:55:15.159" v="906"/>
        <pc:sldMkLst>
          <pc:docMk/>
          <pc:sldMk cId="4191304796" sldId="264"/>
        </pc:sldMkLst>
      </pc:sldChg>
      <pc:sldChg chg="add">
        <pc:chgData name="Buysse, Sophie" userId="b97a91af-7430-4a7c-b7aa-bedf51cd7b1e" providerId="ADAL" clId="{82869051-1B2F-4934-968A-C969E15B960C}" dt="2024-08-07T19:55:15.159" v="906"/>
        <pc:sldMkLst>
          <pc:docMk/>
          <pc:sldMk cId="325746715" sldId="265"/>
        </pc:sldMkLst>
      </pc:sldChg>
      <pc:sldChg chg="add">
        <pc:chgData name="Buysse, Sophie" userId="b97a91af-7430-4a7c-b7aa-bedf51cd7b1e" providerId="ADAL" clId="{82869051-1B2F-4934-968A-C969E15B960C}" dt="2024-08-07T19:55:15.159" v="906"/>
        <pc:sldMkLst>
          <pc:docMk/>
          <pc:sldMk cId="2781088019" sldId="266"/>
        </pc:sldMkLst>
      </pc:sldChg>
      <pc:sldChg chg="add">
        <pc:chgData name="Buysse, Sophie" userId="b97a91af-7430-4a7c-b7aa-bedf51cd7b1e" providerId="ADAL" clId="{82869051-1B2F-4934-968A-C969E15B960C}" dt="2024-08-07T19:55:15.159" v="906"/>
        <pc:sldMkLst>
          <pc:docMk/>
          <pc:sldMk cId="3377804956" sldId="267"/>
        </pc:sldMkLst>
      </pc:sldChg>
      <pc:sldChg chg="add">
        <pc:chgData name="Buysse, Sophie" userId="b97a91af-7430-4a7c-b7aa-bedf51cd7b1e" providerId="ADAL" clId="{82869051-1B2F-4934-968A-C969E15B960C}" dt="2024-08-07T19:55:15.159" v="906"/>
        <pc:sldMkLst>
          <pc:docMk/>
          <pc:sldMk cId="2991971908" sldId="268"/>
        </pc:sldMkLst>
      </pc:sldChg>
      <pc:sldChg chg="add">
        <pc:chgData name="Buysse, Sophie" userId="b97a91af-7430-4a7c-b7aa-bedf51cd7b1e" providerId="ADAL" clId="{82869051-1B2F-4934-968A-C969E15B960C}" dt="2024-08-07T19:55:15.159" v="906"/>
        <pc:sldMkLst>
          <pc:docMk/>
          <pc:sldMk cId="910530646" sldId="269"/>
        </pc:sldMkLst>
      </pc:sldChg>
      <pc:sldChg chg="add">
        <pc:chgData name="Buysse, Sophie" userId="b97a91af-7430-4a7c-b7aa-bedf51cd7b1e" providerId="ADAL" clId="{82869051-1B2F-4934-968A-C969E15B960C}" dt="2024-08-07T19:55:15.159" v="906"/>
        <pc:sldMkLst>
          <pc:docMk/>
          <pc:sldMk cId="1307881677" sldId="270"/>
        </pc:sldMkLst>
      </pc:sldChg>
      <pc:sldChg chg="add">
        <pc:chgData name="Buysse, Sophie" userId="b97a91af-7430-4a7c-b7aa-bedf51cd7b1e" providerId="ADAL" clId="{82869051-1B2F-4934-968A-C969E15B960C}" dt="2024-08-07T19:55:15.159" v="906"/>
        <pc:sldMkLst>
          <pc:docMk/>
          <pc:sldMk cId="2222038334" sldId="271"/>
        </pc:sldMkLst>
      </pc:sldChg>
    </pc:docChg>
  </pc:docChgLst>
  <pc:docChgLst>
    <pc:chgData name="Buysse, Sophie" userId="b97a91af-7430-4a7c-b7aa-bedf51cd7b1e" providerId="ADAL" clId="{73EF82B6-316D-41AA-B451-EB8CE6017397}"/>
    <pc:docChg chg="custSel modSld">
      <pc:chgData name="Buysse, Sophie" userId="b97a91af-7430-4a7c-b7aa-bedf51cd7b1e" providerId="ADAL" clId="{73EF82B6-316D-41AA-B451-EB8CE6017397}" dt="2024-08-15T19:30:46.698" v="13" actId="1076"/>
      <pc:docMkLst>
        <pc:docMk/>
      </pc:docMkLst>
      <pc:sldChg chg="addSp delSp modSp mod">
        <pc:chgData name="Buysse, Sophie" userId="b97a91af-7430-4a7c-b7aa-bedf51cd7b1e" providerId="ADAL" clId="{73EF82B6-316D-41AA-B451-EB8CE6017397}" dt="2024-08-15T19:30:46.698" v="13" actId="1076"/>
        <pc:sldMkLst>
          <pc:docMk/>
          <pc:sldMk cId="1542131686" sldId="262"/>
        </pc:sldMkLst>
        <pc:spChg chg="mod">
          <ac:chgData name="Buysse, Sophie" userId="b97a91af-7430-4a7c-b7aa-bedf51cd7b1e" providerId="ADAL" clId="{73EF82B6-316D-41AA-B451-EB8CE6017397}" dt="2024-08-15T19:30:46.698" v="13" actId="1076"/>
          <ac:spMkLst>
            <pc:docMk/>
            <pc:sldMk cId="1542131686" sldId="262"/>
            <ac:spMk id="8" creationId="{20AC975B-C3C7-4E59-C467-A79F9E11A6ED}"/>
          </ac:spMkLst>
        </pc:spChg>
        <pc:spChg chg="del mod">
          <ac:chgData name="Buysse, Sophie" userId="b97a91af-7430-4a7c-b7aa-bedf51cd7b1e" providerId="ADAL" clId="{73EF82B6-316D-41AA-B451-EB8CE6017397}" dt="2024-08-15T19:30:10.846" v="6" actId="478"/>
          <ac:spMkLst>
            <pc:docMk/>
            <pc:sldMk cId="1542131686" sldId="262"/>
            <ac:spMk id="9" creationId="{227051E2-ED78-CB8C-F05B-99BC0A4DFCEA}"/>
          </ac:spMkLst>
        </pc:spChg>
        <pc:spChg chg="mod">
          <ac:chgData name="Buysse, Sophie" userId="b97a91af-7430-4a7c-b7aa-bedf51cd7b1e" providerId="ADAL" clId="{73EF82B6-316D-41AA-B451-EB8CE6017397}" dt="2024-08-15T19:30:24.570" v="9" actId="1076"/>
          <ac:spMkLst>
            <pc:docMk/>
            <pc:sldMk cId="1542131686" sldId="262"/>
            <ac:spMk id="10" creationId="{9F303921-7C02-FAE7-7346-E2512CF9E4C1}"/>
          </ac:spMkLst>
        </pc:spChg>
        <pc:picChg chg="add mod ord">
          <ac:chgData name="Buysse, Sophie" userId="b97a91af-7430-4a7c-b7aa-bedf51cd7b1e" providerId="ADAL" clId="{73EF82B6-316D-41AA-B451-EB8CE6017397}" dt="2024-08-15T19:30:39.627" v="12" actId="167"/>
          <ac:picMkLst>
            <pc:docMk/>
            <pc:sldMk cId="1542131686" sldId="262"/>
            <ac:picMk id="4" creationId="{385E1B27-806D-B51D-D52E-9C6F5DBB32BF}"/>
          </ac:picMkLst>
        </pc:picChg>
        <pc:picChg chg="mod">
          <ac:chgData name="Buysse, Sophie" userId="b97a91af-7430-4a7c-b7aa-bedf51cd7b1e" providerId="ADAL" clId="{73EF82B6-316D-41AA-B451-EB8CE6017397}" dt="2024-08-15T19:30:20.913" v="8" actId="1076"/>
          <ac:picMkLst>
            <pc:docMk/>
            <pc:sldMk cId="1542131686" sldId="262"/>
            <ac:picMk id="5" creationId="{D86B1000-33E9-7E7C-BB69-F2F2E2732764}"/>
          </ac:picMkLst>
        </pc:picChg>
        <pc:picChg chg="del">
          <ac:chgData name="Buysse, Sophie" userId="b97a91af-7430-4a7c-b7aa-bedf51cd7b1e" providerId="ADAL" clId="{73EF82B6-316D-41AA-B451-EB8CE6017397}" dt="2024-08-15T19:30:07.063" v="4" actId="478"/>
          <ac:picMkLst>
            <pc:docMk/>
            <pc:sldMk cId="1542131686" sldId="262"/>
            <ac:picMk id="79" creationId="{175DBA8D-929E-4088-D54F-2CCA30411F3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0CDA19-A44C-45E3-A664-EDE6923A0E55}" type="datetimeFigureOut">
              <a:rPr lang="en-US" smtClean="0"/>
              <a:t>8/15/2024</a:t>
            </a:fld>
            <a:endParaRPr lang="en-US"/>
          </a:p>
        </p:txBody>
      </p:sp>
      <p:sp>
        <p:nvSpPr>
          <p:cNvPr id="4" name="Slide Image Placeholder 3"/>
          <p:cNvSpPr>
            <a:spLocks noGrp="1" noRot="1" noChangeAspect="1"/>
          </p:cNvSpPr>
          <p:nvPr>
            <p:ph type="sldImg" idx="2"/>
          </p:nvPr>
        </p:nvSpPr>
        <p:spPr>
          <a:xfrm>
            <a:off x="1714500" y="1143000"/>
            <a:ext cx="34290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D6A6BA-F76B-4FA7-9D4D-195ED7F6FA03}" type="slidenum">
              <a:rPr lang="en-US" smtClean="0"/>
              <a:t>‹#›</a:t>
            </a:fld>
            <a:endParaRPr lang="en-US"/>
          </a:p>
        </p:txBody>
      </p:sp>
    </p:spTree>
    <p:extLst>
      <p:ext uri="{BB962C8B-B14F-4D97-AF65-F5344CB8AC3E}">
        <p14:creationId xmlns:p14="http://schemas.microsoft.com/office/powerpoint/2010/main" val="11328769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Phenology - Main</a:t>
            </a:r>
          </a:p>
        </p:txBody>
      </p:sp>
      <p:sp>
        <p:nvSpPr>
          <p:cNvPr id="4" name="Slide Number Placeholder 3"/>
          <p:cNvSpPr>
            <a:spLocks noGrp="1"/>
          </p:cNvSpPr>
          <p:nvPr>
            <p:ph type="sldNum" sz="quarter" idx="5"/>
          </p:nvPr>
        </p:nvSpPr>
        <p:spPr/>
        <p:txBody>
          <a:bodyPr/>
          <a:lstStyle/>
          <a:p>
            <a:fld id="{E8D6A6BA-F76B-4FA7-9D4D-195ED7F6FA03}" type="slidenum">
              <a:rPr lang="en-US" smtClean="0"/>
              <a:t>1</a:t>
            </a:fld>
            <a:endParaRPr lang="en-US"/>
          </a:p>
        </p:txBody>
      </p:sp>
    </p:spTree>
    <p:extLst>
      <p:ext uri="{BB962C8B-B14F-4D97-AF65-F5344CB8AC3E}">
        <p14:creationId xmlns:p14="http://schemas.microsoft.com/office/powerpoint/2010/main" val="24872169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Leaf traits – Main</a:t>
            </a:r>
          </a:p>
          <a:p>
            <a:r>
              <a:rPr lang="en-US" dirty="0"/>
              <a:t>Interpretation: RWC – pop </a:t>
            </a:r>
            <a:r>
              <a:rPr lang="en-US" dirty="0" err="1"/>
              <a:t>dif</a:t>
            </a:r>
            <a:r>
              <a:rPr lang="en-US" dirty="0"/>
              <a:t> says maybe some genetic differences or different optimal hydration on leaves?? But </a:t>
            </a:r>
            <a:r>
              <a:rPr lang="en-US" dirty="0" err="1"/>
              <a:t>trt</a:t>
            </a:r>
            <a:r>
              <a:rPr lang="en-US" dirty="0"/>
              <a:t> says we are stressing the leaves out b/c less hydrated in future environment and differentiation for plasticity says we are stressing the leaves out to different degrees – Sweden is better able to maintain higher water content than Italy (Italy more plastic, but in this case plastic might be bad).</a:t>
            </a:r>
          </a:p>
          <a:p>
            <a:r>
              <a:rPr lang="en-US" dirty="0"/>
              <a:t>Stomatal density – Sweden has more stomata, both have more stomata in future environment. Maybe lean on Tori for what this means, but would guess that there are more stomata in SW b/c historically less stressed (??) but more in future is not what I would expect because I would expect less in future for less water loss through the pore. Need to do some lit searching. </a:t>
            </a:r>
          </a:p>
          <a:p>
            <a:r>
              <a:rPr lang="en-US" dirty="0"/>
              <a:t>LDMC – SW invests </a:t>
            </a:r>
            <a:r>
              <a:rPr lang="en-US" dirty="0" err="1"/>
              <a:t>mre</a:t>
            </a:r>
            <a:r>
              <a:rPr lang="en-US" dirty="0"/>
              <a:t> in leaves than Italy. Both invest more in future environment. Indicates more leaf investment to make it through stress, but maybe different strategies where SW is always investing more b/c of past selection but IT is not investing unless stressed from beginning of life? This is where some of my escape vs tolerance argument was coming from. SW being more tolerant is supported by RWC</a:t>
            </a:r>
          </a:p>
          <a:p>
            <a:r>
              <a:rPr lang="en-US" dirty="0"/>
              <a:t>SLA – SW has lower SLA meaning thicker leaves so I think ties in with the escape/tolerance argument</a:t>
            </a:r>
          </a:p>
          <a:p>
            <a:endParaRPr lang="en-US" dirty="0"/>
          </a:p>
          <a:p>
            <a:r>
              <a:rPr lang="en-US" dirty="0"/>
              <a:t>What does the differentiation for plasticity mean here? Not always same pop so hard to say something about which population is generally more plastic, so maybe the conclusion is then that plasticity is really trait dependent – already known – even within traits related to response to the same stress (all drought/heat response, pops responded in different ways and to different extents for different traits)</a:t>
            </a:r>
          </a:p>
        </p:txBody>
      </p:sp>
      <p:sp>
        <p:nvSpPr>
          <p:cNvPr id="4" name="Slide Number Placeholder 3"/>
          <p:cNvSpPr>
            <a:spLocks noGrp="1"/>
          </p:cNvSpPr>
          <p:nvPr>
            <p:ph type="sldNum" sz="quarter" idx="5"/>
          </p:nvPr>
        </p:nvSpPr>
        <p:spPr/>
        <p:txBody>
          <a:bodyPr/>
          <a:lstStyle/>
          <a:p>
            <a:fld id="{E8D6A6BA-F76B-4FA7-9D4D-195ED7F6FA03}" type="slidenum">
              <a:rPr lang="en-US" smtClean="0"/>
              <a:t>2</a:t>
            </a:fld>
            <a:endParaRPr lang="en-US"/>
          </a:p>
        </p:txBody>
      </p:sp>
    </p:spTree>
    <p:extLst>
      <p:ext uri="{BB962C8B-B14F-4D97-AF65-F5344CB8AC3E}">
        <p14:creationId xmlns:p14="http://schemas.microsoft.com/office/powerpoint/2010/main" val="18696300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Biomass – Main</a:t>
            </a:r>
          </a:p>
          <a:p>
            <a:r>
              <a:rPr lang="en-US" dirty="0"/>
              <a:t>SW has more leaves and more above ground investment compared to Italy, but Italy has more reproductive investment than Sweden. Again maybe is reflective of the same idea where Italy is not investing in leaves, live fast, so more investment in reproductive biomass while Sweden is investing more in leaves (number and carbon content) which translates to less relative root and reproductive investment in terms of mass</a:t>
            </a:r>
          </a:p>
          <a:p>
            <a:endParaRPr lang="en-US" dirty="0"/>
          </a:p>
          <a:p>
            <a:r>
              <a:rPr lang="en-US" dirty="0"/>
              <a:t>The differentiation for plasticity shown here I think is interesting b/c are in different directions and is driven by the above ground investment in SW. SW maintains more above ground investment when stressed but Italy reduces it more.</a:t>
            </a:r>
          </a:p>
        </p:txBody>
      </p:sp>
      <p:sp>
        <p:nvSpPr>
          <p:cNvPr id="4" name="Slide Number Placeholder 3"/>
          <p:cNvSpPr>
            <a:spLocks noGrp="1"/>
          </p:cNvSpPr>
          <p:nvPr>
            <p:ph type="sldNum" sz="quarter" idx="5"/>
          </p:nvPr>
        </p:nvSpPr>
        <p:spPr/>
        <p:txBody>
          <a:bodyPr/>
          <a:lstStyle/>
          <a:p>
            <a:fld id="{E8D6A6BA-F76B-4FA7-9D4D-195ED7F6FA03}" type="slidenum">
              <a:rPr lang="en-US" smtClean="0"/>
              <a:t>3</a:t>
            </a:fld>
            <a:endParaRPr lang="en-US"/>
          </a:p>
        </p:txBody>
      </p:sp>
    </p:spTree>
    <p:extLst>
      <p:ext uri="{BB962C8B-B14F-4D97-AF65-F5344CB8AC3E}">
        <p14:creationId xmlns:p14="http://schemas.microsoft.com/office/powerpoint/2010/main" val="20563585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Fitness – Main</a:t>
            </a:r>
          </a:p>
          <a:p>
            <a:r>
              <a:rPr lang="en-US" dirty="0"/>
              <a:t>Interpretation: Italy does do better in future environment. Sweden invests more in each seed. Note shown but Italy also makes more fruits so seems like a quantity vs quality trade off between populations. Italy does do better in the future environment indicating potential positive role of assisted </a:t>
            </a:r>
            <a:r>
              <a:rPr lang="en-US"/>
              <a:t>gene flow</a:t>
            </a:r>
            <a:endParaRPr lang="en-US" dirty="0"/>
          </a:p>
        </p:txBody>
      </p:sp>
      <p:sp>
        <p:nvSpPr>
          <p:cNvPr id="4" name="Slide Number Placeholder 3"/>
          <p:cNvSpPr>
            <a:spLocks noGrp="1"/>
          </p:cNvSpPr>
          <p:nvPr>
            <p:ph type="sldNum" sz="quarter" idx="5"/>
          </p:nvPr>
        </p:nvSpPr>
        <p:spPr/>
        <p:txBody>
          <a:bodyPr/>
          <a:lstStyle/>
          <a:p>
            <a:fld id="{E8D6A6BA-F76B-4FA7-9D4D-195ED7F6FA03}" type="slidenum">
              <a:rPr lang="en-US" smtClean="0"/>
              <a:t>4</a:t>
            </a:fld>
            <a:endParaRPr lang="en-US"/>
          </a:p>
        </p:txBody>
      </p:sp>
    </p:spTree>
    <p:extLst>
      <p:ext uri="{BB962C8B-B14F-4D97-AF65-F5344CB8AC3E}">
        <p14:creationId xmlns:p14="http://schemas.microsoft.com/office/powerpoint/2010/main" val="40859695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Phenology - Main</a:t>
            </a:r>
          </a:p>
        </p:txBody>
      </p:sp>
      <p:sp>
        <p:nvSpPr>
          <p:cNvPr id="4" name="Slide Number Placeholder 3"/>
          <p:cNvSpPr>
            <a:spLocks noGrp="1"/>
          </p:cNvSpPr>
          <p:nvPr>
            <p:ph type="sldNum" sz="quarter" idx="5"/>
          </p:nvPr>
        </p:nvSpPr>
        <p:spPr/>
        <p:txBody>
          <a:bodyPr/>
          <a:lstStyle/>
          <a:p>
            <a:fld id="{E8D6A6BA-F76B-4FA7-9D4D-195ED7F6FA03}" type="slidenum">
              <a:rPr lang="en-US" smtClean="0"/>
              <a:t>5</a:t>
            </a:fld>
            <a:endParaRPr lang="en-US"/>
          </a:p>
        </p:txBody>
      </p:sp>
    </p:spTree>
    <p:extLst>
      <p:ext uri="{BB962C8B-B14F-4D97-AF65-F5344CB8AC3E}">
        <p14:creationId xmlns:p14="http://schemas.microsoft.com/office/powerpoint/2010/main" val="18189688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Leaf traits - Main</a:t>
            </a:r>
          </a:p>
        </p:txBody>
      </p:sp>
      <p:sp>
        <p:nvSpPr>
          <p:cNvPr id="4" name="Slide Number Placeholder 3"/>
          <p:cNvSpPr>
            <a:spLocks noGrp="1"/>
          </p:cNvSpPr>
          <p:nvPr>
            <p:ph type="sldNum" sz="quarter" idx="5"/>
          </p:nvPr>
        </p:nvSpPr>
        <p:spPr/>
        <p:txBody>
          <a:bodyPr/>
          <a:lstStyle/>
          <a:p>
            <a:fld id="{E8D6A6BA-F76B-4FA7-9D4D-195ED7F6FA03}" type="slidenum">
              <a:rPr lang="en-US" smtClean="0"/>
              <a:t>6</a:t>
            </a:fld>
            <a:endParaRPr lang="en-US"/>
          </a:p>
        </p:txBody>
      </p:sp>
    </p:spTree>
    <p:extLst>
      <p:ext uri="{BB962C8B-B14F-4D97-AF65-F5344CB8AC3E}">
        <p14:creationId xmlns:p14="http://schemas.microsoft.com/office/powerpoint/2010/main" val="18715748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Biomass - Main</a:t>
            </a:r>
          </a:p>
        </p:txBody>
      </p:sp>
      <p:sp>
        <p:nvSpPr>
          <p:cNvPr id="4" name="Slide Number Placeholder 3"/>
          <p:cNvSpPr>
            <a:spLocks noGrp="1"/>
          </p:cNvSpPr>
          <p:nvPr>
            <p:ph type="sldNum" sz="quarter" idx="5"/>
          </p:nvPr>
        </p:nvSpPr>
        <p:spPr/>
        <p:txBody>
          <a:bodyPr/>
          <a:lstStyle/>
          <a:p>
            <a:fld id="{E8D6A6BA-F76B-4FA7-9D4D-195ED7F6FA03}" type="slidenum">
              <a:rPr lang="en-US" smtClean="0"/>
              <a:t>7</a:t>
            </a:fld>
            <a:endParaRPr lang="en-US"/>
          </a:p>
        </p:txBody>
      </p:sp>
    </p:spTree>
    <p:extLst>
      <p:ext uri="{BB962C8B-B14F-4D97-AF65-F5344CB8AC3E}">
        <p14:creationId xmlns:p14="http://schemas.microsoft.com/office/powerpoint/2010/main" val="15389310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Fitness - Main</a:t>
            </a:r>
          </a:p>
        </p:txBody>
      </p:sp>
      <p:sp>
        <p:nvSpPr>
          <p:cNvPr id="4" name="Slide Number Placeholder 3"/>
          <p:cNvSpPr>
            <a:spLocks noGrp="1"/>
          </p:cNvSpPr>
          <p:nvPr>
            <p:ph type="sldNum" sz="quarter" idx="5"/>
          </p:nvPr>
        </p:nvSpPr>
        <p:spPr/>
        <p:txBody>
          <a:bodyPr/>
          <a:lstStyle/>
          <a:p>
            <a:fld id="{E8D6A6BA-F76B-4FA7-9D4D-195ED7F6FA03}" type="slidenum">
              <a:rPr lang="en-US" smtClean="0"/>
              <a:t>8</a:t>
            </a:fld>
            <a:endParaRPr lang="en-US"/>
          </a:p>
        </p:txBody>
      </p:sp>
    </p:spTree>
    <p:extLst>
      <p:ext uri="{BB962C8B-B14F-4D97-AF65-F5344CB8AC3E}">
        <p14:creationId xmlns:p14="http://schemas.microsoft.com/office/powerpoint/2010/main" val="17492715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Supplemental</a:t>
            </a:r>
          </a:p>
        </p:txBody>
      </p:sp>
      <p:sp>
        <p:nvSpPr>
          <p:cNvPr id="4" name="Slide Number Placeholder 3"/>
          <p:cNvSpPr>
            <a:spLocks noGrp="1"/>
          </p:cNvSpPr>
          <p:nvPr>
            <p:ph type="sldNum" sz="quarter" idx="5"/>
          </p:nvPr>
        </p:nvSpPr>
        <p:spPr/>
        <p:txBody>
          <a:bodyPr/>
          <a:lstStyle/>
          <a:p>
            <a:fld id="{E8D6A6BA-F76B-4FA7-9D4D-195ED7F6FA03}" type="slidenum">
              <a:rPr lang="en-US" smtClean="0"/>
              <a:t>9</a:t>
            </a:fld>
            <a:endParaRPr lang="en-US"/>
          </a:p>
        </p:txBody>
      </p:sp>
    </p:spTree>
    <p:extLst>
      <p:ext uri="{BB962C8B-B14F-4D97-AF65-F5344CB8AC3E}">
        <p14:creationId xmlns:p14="http://schemas.microsoft.com/office/powerpoint/2010/main" val="11589716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Fitness components – Supplemental (don’t think number emerged has a model but it has a figure)</a:t>
            </a:r>
          </a:p>
        </p:txBody>
      </p:sp>
      <p:sp>
        <p:nvSpPr>
          <p:cNvPr id="4" name="Slide Number Placeholder 3"/>
          <p:cNvSpPr>
            <a:spLocks noGrp="1"/>
          </p:cNvSpPr>
          <p:nvPr>
            <p:ph type="sldNum" sz="quarter" idx="5"/>
          </p:nvPr>
        </p:nvSpPr>
        <p:spPr/>
        <p:txBody>
          <a:bodyPr/>
          <a:lstStyle/>
          <a:p>
            <a:fld id="{E8D6A6BA-F76B-4FA7-9D4D-195ED7F6FA03}" type="slidenum">
              <a:rPr lang="en-US" smtClean="0"/>
              <a:t>10</a:t>
            </a:fld>
            <a:endParaRPr lang="en-US"/>
          </a:p>
        </p:txBody>
      </p:sp>
    </p:spTree>
    <p:extLst>
      <p:ext uri="{BB962C8B-B14F-4D97-AF65-F5344CB8AC3E}">
        <p14:creationId xmlns:p14="http://schemas.microsoft.com/office/powerpoint/2010/main" val="26281070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Biomass Supplemental</a:t>
            </a:r>
          </a:p>
        </p:txBody>
      </p:sp>
      <p:sp>
        <p:nvSpPr>
          <p:cNvPr id="4" name="Slide Number Placeholder 3"/>
          <p:cNvSpPr>
            <a:spLocks noGrp="1"/>
          </p:cNvSpPr>
          <p:nvPr>
            <p:ph type="sldNum" sz="quarter" idx="5"/>
          </p:nvPr>
        </p:nvSpPr>
        <p:spPr/>
        <p:txBody>
          <a:bodyPr/>
          <a:lstStyle/>
          <a:p>
            <a:fld id="{E8D6A6BA-F76B-4FA7-9D4D-195ED7F6FA03}" type="slidenum">
              <a:rPr lang="en-US" smtClean="0"/>
              <a:t>11</a:t>
            </a:fld>
            <a:endParaRPr lang="en-US"/>
          </a:p>
        </p:txBody>
      </p:sp>
    </p:spTree>
    <p:extLst>
      <p:ext uri="{BB962C8B-B14F-4D97-AF65-F5344CB8AC3E}">
        <p14:creationId xmlns:p14="http://schemas.microsoft.com/office/powerpoint/2010/main" val="6248902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Additional leaf numbers: Cut from manuscript</a:t>
            </a:r>
          </a:p>
        </p:txBody>
      </p:sp>
      <p:sp>
        <p:nvSpPr>
          <p:cNvPr id="4" name="Slide Number Placeholder 3"/>
          <p:cNvSpPr>
            <a:spLocks noGrp="1"/>
          </p:cNvSpPr>
          <p:nvPr>
            <p:ph type="sldNum" sz="quarter" idx="5"/>
          </p:nvPr>
        </p:nvSpPr>
        <p:spPr/>
        <p:txBody>
          <a:bodyPr/>
          <a:lstStyle/>
          <a:p>
            <a:fld id="{E8D6A6BA-F76B-4FA7-9D4D-195ED7F6FA03}" type="slidenum">
              <a:rPr lang="en-US" smtClean="0"/>
              <a:t>12</a:t>
            </a:fld>
            <a:endParaRPr lang="en-US"/>
          </a:p>
        </p:txBody>
      </p:sp>
    </p:spTree>
    <p:extLst>
      <p:ext uri="{BB962C8B-B14F-4D97-AF65-F5344CB8AC3E}">
        <p14:creationId xmlns:p14="http://schemas.microsoft.com/office/powerpoint/2010/main" val="22546278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795781"/>
            <a:ext cx="10363200" cy="3820160"/>
          </a:xfrm>
        </p:spPr>
        <p:txBody>
          <a:bodyPr anchor="b"/>
          <a:lstStyle>
            <a:lvl1pPr algn="ctr">
              <a:defRPr sz="8000"/>
            </a:lvl1pPr>
          </a:lstStyle>
          <a:p>
            <a:r>
              <a:rPr lang="en-US"/>
              <a:t>Click to edit Master title style</a:t>
            </a:r>
            <a:endParaRPr lang="en-US" dirty="0"/>
          </a:p>
        </p:txBody>
      </p:sp>
      <p:sp>
        <p:nvSpPr>
          <p:cNvPr id="3" name="Subtitle 2"/>
          <p:cNvSpPr>
            <a:spLocks noGrp="1"/>
          </p:cNvSpPr>
          <p:nvPr>
            <p:ph type="subTitle" idx="1"/>
          </p:nvPr>
        </p:nvSpPr>
        <p:spPr>
          <a:xfrm>
            <a:off x="1524000" y="5763261"/>
            <a:ext cx="9144000" cy="2649219"/>
          </a:xfrm>
        </p:spPr>
        <p:txBody>
          <a:bodyPr/>
          <a:lstStyle>
            <a:lvl1pPr marL="0" indent="0" algn="ctr">
              <a:buNone/>
              <a:defRPr sz="3200"/>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E0D81BB-EECC-4F1D-846F-A292FDFCA23D}" type="datetimeFigureOut">
              <a:rPr lang="en-US" smtClean="0"/>
              <a:t>8/15/2024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82EC4F-CEA7-435C-B008-A763A1793419}" type="slidenum">
              <a:rPr lang="en-US" smtClean="0"/>
              <a:t>‹#›</a:t>
            </a:fld>
            <a:endParaRPr lang="en-US"/>
          </a:p>
        </p:txBody>
      </p:sp>
    </p:spTree>
    <p:extLst>
      <p:ext uri="{BB962C8B-B14F-4D97-AF65-F5344CB8AC3E}">
        <p14:creationId xmlns:p14="http://schemas.microsoft.com/office/powerpoint/2010/main" val="12996304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E0D81BB-EECC-4F1D-846F-A292FDFCA23D}" type="datetimeFigureOut">
              <a:rPr lang="en-US" smtClean="0"/>
              <a:t>8/15/2024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82EC4F-CEA7-435C-B008-A763A1793419}" type="slidenum">
              <a:rPr lang="en-US" smtClean="0"/>
              <a:t>‹#›</a:t>
            </a:fld>
            <a:endParaRPr lang="en-US"/>
          </a:p>
        </p:txBody>
      </p:sp>
    </p:spTree>
    <p:extLst>
      <p:ext uri="{BB962C8B-B14F-4D97-AF65-F5344CB8AC3E}">
        <p14:creationId xmlns:p14="http://schemas.microsoft.com/office/powerpoint/2010/main" val="23702019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2735583"/>
            <a:ext cx="10515600" cy="4564379"/>
          </a:xfrm>
        </p:spPr>
        <p:txBody>
          <a:bodyPr anchor="b"/>
          <a:lstStyle>
            <a:lvl1pPr>
              <a:defRPr sz="8000"/>
            </a:lvl1pPr>
          </a:lstStyle>
          <a:p>
            <a:r>
              <a:rPr lang="en-US"/>
              <a:t>Click to edit Master title style</a:t>
            </a:r>
            <a:endParaRPr lang="en-US" dirty="0"/>
          </a:p>
        </p:txBody>
      </p:sp>
      <p:sp>
        <p:nvSpPr>
          <p:cNvPr id="3" name="Text Placeholder 2"/>
          <p:cNvSpPr>
            <a:spLocks noGrp="1"/>
          </p:cNvSpPr>
          <p:nvPr>
            <p:ph type="body" idx="1"/>
          </p:nvPr>
        </p:nvSpPr>
        <p:spPr>
          <a:xfrm>
            <a:off x="831851" y="7343143"/>
            <a:ext cx="10515600" cy="2400299"/>
          </a:xfrm>
        </p:spPr>
        <p:txBody>
          <a:bodyPr/>
          <a:lstStyle>
            <a:lvl1pPr marL="0" indent="0">
              <a:buNone/>
              <a:defRPr sz="3200">
                <a:solidFill>
                  <a:schemeClr val="tx1">
                    <a:tint val="82000"/>
                  </a:schemeClr>
                </a:solidFill>
              </a:defRPr>
            </a:lvl1pPr>
            <a:lvl2pPr marL="609585" indent="0">
              <a:buNone/>
              <a:defRPr sz="2667">
                <a:solidFill>
                  <a:schemeClr val="tx1">
                    <a:tint val="82000"/>
                  </a:schemeClr>
                </a:solidFill>
              </a:defRPr>
            </a:lvl2pPr>
            <a:lvl3pPr marL="1219170" indent="0">
              <a:buNone/>
              <a:defRPr sz="2400">
                <a:solidFill>
                  <a:schemeClr val="tx1">
                    <a:tint val="82000"/>
                  </a:schemeClr>
                </a:solidFill>
              </a:defRPr>
            </a:lvl3pPr>
            <a:lvl4pPr marL="1828754" indent="0">
              <a:buNone/>
              <a:defRPr sz="2133">
                <a:solidFill>
                  <a:schemeClr val="tx1">
                    <a:tint val="82000"/>
                  </a:schemeClr>
                </a:solidFill>
              </a:defRPr>
            </a:lvl4pPr>
            <a:lvl5pPr marL="2438339" indent="0">
              <a:buNone/>
              <a:defRPr sz="2133">
                <a:solidFill>
                  <a:schemeClr val="tx1">
                    <a:tint val="82000"/>
                  </a:schemeClr>
                </a:solidFill>
              </a:defRPr>
            </a:lvl5pPr>
            <a:lvl6pPr marL="3047924" indent="0">
              <a:buNone/>
              <a:defRPr sz="2133">
                <a:solidFill>
                  <a:schemeClr val="tx1">
                    <a:tint val="82000"/>
                  </a:schemeClr>
                </a:solidFill>
              </a:defRPr>
            </a:lvl6pPr>
            <a:lvl7pPr marL="3657509" indent="0">
              <a:buNone/>
              <a:defRPr sz="2133">
                <a:solidFill>
                  <a:schemeClr val="tx1">
                    <a:tint val="82000"/>
                  </a:schemeClr>
                </a:solidFill>
              </a:defRPr>
            </a:lvl7pPr>
            <a:lvl8pPr marL="4267093" indent="0">
              <a:buNone/>
              <a:defRPr sz="2133">
                <a:solidFill>
                  <a:schemeClr val="tx1">
                    <a:tint val="82000"/>
                  </a:schemeClr>
                </a:solidFill>
              </a:defRPr>
            </a:lvl8pPr>
            <a:lvl9pPr marL="4876678" indent="0">
              <a:buNone/>
              <a:defRPr sz="2133">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E0D81BB-EECC-4F1D-846F-A292FDFCA23D}" type="datetimeFigureOut">
              <a:rPr lang="en-US" smtClean="0"/>
              <a:t>8/15/2024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82EC4F-CEA7-435C-B008-A763A1793419}" type="slidenum">
              <a:rPr lang="en-US" smtClean="0"/>
              <a:t>‹#›</a:t>
            </a:fld>
            <a:endParaRPr lang="en-US"/>
          </a:p>
        </p:txBody>
      </p:sp>
    </p:spTree>
    <p:extLst>
      <p:ext uri="{BB962C8B-B14F-4D97-AF65-F5344CB8AC3E}">
        <p14:creationId xmlns:p14="http://schemas.microsoft.com/office/powerpoint/2010/main" val="39250255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2921000"/>
            <a:ext cx="5181600" cy="69621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921000"/>
            <a:ext cx="5181600" cy="69621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E0D81BB-EECC-4F1D-846F-A292FDFCA23D}" type="datetimeFigureOut">
              <a:rPr lang="en-US" smtClean="0"/>
              <a:t>8/15/2024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82EC4F-CEA7-435C-B008-A763A1793419}" type="slidenum">
              <a:rPr lang="en-US" smtClean="0"/>
              <a:t>‹#›</a:t>
            </a:fld>
            <a:endParaRPr lang="en-US"/>
          </a:p>
        </p:txBody>
      </p:sp>
    </p:spTree>
    <p:extLst>
      <p:ext uri="{BB962C8B-B14F-4D97-AF65-F5344CB8AC3E}">
        <p14:creationId xmlns:p14="http://schemas.microsoft.com/office/powerpoint/2010/main" val="33807917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584202"/>
            <a:ext cx="10515600" cy="2120901"/>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2689861"/>
            <a:ext cx="5157787" cy="1318259"/>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4" name="Content Placeholder 3"/>
          <p:cNvSpPr>
            <a:spLocks noGrp="1"/>
          </p:cNvSpPr>
          <p:nvPr>
            <p:ph sz="half" idx="2"/>
          </p:nvPr>
        </p:nvSpPr>
        <p:spPr>
          <a:xfrm>
            <a:off x="839789" y="4008120"/>
            <a:ext cx="5157787" cy="58953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2689861"/>
            <a:ext cx="5183188" cy="1318259"/>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6" name="Content Placeholder 5"/>
          <p:cNvSpPr>
            <a:spLocks noGrp="1"/>
          </p:cNvSpPr>
          <p:nvPr>
            <p:ph sz="quarter" idx="4"/>
          </p:nvPr>
        </p:nvSpPr>
        <p:spPr>
          <a:xfrm>
            <a:off x="6172201" y="4008120"/>
            <a:ext cx="5183188" cy="58953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E0D81BB-EECC-4F1D-846F-A292FDFCA23D}" type="datetimeFigureOut">
              <a:rPr lang="en-US" smtClean="0"/>
              <a:t>8/15/2024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E82EC4F-CEA7-435C-B008-A763A1793419}" type="slidenum">
              <a:rPr lang="en-US" smtClean="0"/>
              <a:t>‹#›</a:t>
            </a:fld>
            <a:endParaRPr lang="en-US"/>
          </a:p>
        </p:txBody>
      </p:sp>
    </p:spTree>
    <p:extLst>
      <p:ext uri="{BB962C8B-B14F-4D97-AF65-F5344CB8AC3E}">
        <p14:creationId xmlns:p14="http://schemas.microsoft.com/office/powerpoint/2010/main" val="17231224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E0D81BB-EECC-4F1D-846F-A292FDFCA23D}" type="datetimeFigureOut">
              <a:rPr lang="en-US" smtClean="0"/>
              <a:t>8/15/2024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E82EC4F-CEA7-435C-B008-A763A1793419}" type="slidenum">
              <a:rPr lang="en-US" smtClean="0"/>
              <a:t>‹#›</a:t>
            </a:fld>
            <a:endParaRPr lang="en-US"/>
          </a:p>
        </p:txBody>
      </p:sp>
    </p:spTree>
    <p:extLst>
      <p:ext uri="{BB962C8B-B14F-4D97-AF65-F5344CB8AC3E}">
        <p14:creationId xmlns:p14="http://schemas.microsoft.com/office/powerpoint/2010/main" val="25202318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E0D81BB-EECC-4F1D-846F-A292FDFCA23D}" type="datetimeFigureOut">
              <a:rPr lang="en-US" smtClean="0"/>
              <a:t>8/15/2024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82EC4F-CEA7-435C-B008-A763A1793419}" type="slidenum">
              <a:rPr lang="en-US" smtClean="0"/>
              <a:t>‹#›</a:t>
            </a:fld>
            <a:endParaRPr lang="en-US"/>
          </a:p>
        </p:txBody>
      </p:sp>
    </p:spTree>
    <p:extLst>
      <p:ext uri="{BB962C8B-B14F-4D97-AF65-F5344CB8AC3E}">
        <p14:creationId xmlns:p14="http://schemas.microsoft.com/office/powerpoint/2010/main" val="20277723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731520"/>
            <a:ext cx="3932237" cy="2560320"/>
          </a:xfrm>
        </p:spPr>
        <p:txBody>
          <a:bodyPr anchor="b"/>
          <a:lstStyle>
            <a:lvl1pPr>
              <a:defRPr sz="4267"/>
            </a:lvl1pPr>
          </a:lstStyle>
          <a:p>
            <a:r>
              <a:rPr lang="en-US"/>
              <a:t>Click to edit Master title style</a:t>
            </a:r>
            <a:endParaRPr lang="en-US" dirty="0"/>
          </a:p>
        </p:txBody>
      </p:sp>
      <p:sp>
        <p:nvSpPr>
          <p:cNvPr id="3" name="Content Placeholder 2"/>
          <p:cNvSpPr>
            <a:spLocks noGrp="1"/>
          </p:cNvSpPr>
          <p:nvPr>
            <p:ph idx="1"/>
          </p:nvPr>
        </p:nvSpPr>
        <p:spPr>
          <a:xfrm>
            <a:off x="5183188" y="1579882"/>
            <a:ext cx="6172200" cy="7797800"/>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3291840"/>
            <a:ext cx="3932237" cy="6098541"/>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a:t>Click to edit Master text styles</a:t>
            </a:r>
          </a:p>
        </p:txBody>
      </p:sp>
      <p:sp>
        <p:nvSpPr>
          <p:cNvPr id="5" name="Date Placeholder 4"/>
          <p:cNvSpPr>
            <a:spLocks noGrp="1"/>
          </p:cNvSpPr>
          <p:nvPr>
            <p:ph type="dt" sz="half" idx="10"/>
          </p:nvPr>
        </p:nvSpPr>
        <p:spPr/>
        <p:txBody>
          <a:bodyPr/>
          <a:lstStyle/>
          <a:p>
            <a:fld id="{DE0D81BB-EECC-4F1D-846F-A292FDFCA23D}" type="datetimeFigureOut">
              <a:rPr lang="en-US" smtClean="0"/>
              <a:t>8/15/2024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82EC4F-CEA7-435C-B008-A763A1793419}" type="slidenum">
              <a:rPr lang="en-US" smtClean="0"/>
              <a:t>‹#›</a:t>
            </a:fld>
            <a:endParaRPr lang="en-US"/>
          </a:p>
        </p:txBody>
      </p:sp>
    </p:spTree>
    <p:extLst>
      <p:ext uri="{BB962C8B-B14F-4D97-AF65-F5344CB8AC3E}">
        <p14:creationId xmlns:p14="http://schemas.microsoft.com/office/powerpoint/2010/main" val="28373794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731520"/>
            <a:ext cx="3932237" cy="2560320"/>
          </a:xfrm>
        </p:spPr>
        <p:txBody>
          <a:bodyPr anchor="b"/>
          <a:lstStyle>
            <a:lvl1pPr>
              <a:defRPr sz="4267"/>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1579882"/>
            <a:ext cx="6172200" cy="7797800"/>
          </a:xfrm>
        </p:spPr>
        <p:txBody>
          <a:bodyPr anchor="t"/>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t>Click icon to add picture</a:t>
            </a:r>
            <a:endParaRPr lang="en-US" dirty="0"/>
          </a:p>
        </p:txBody>
      </p:sp>
      <p:sp>
        <p:nvSpPr>
          <p:cNvPr id="4" name="Text Placeholder 3"/>
          <p:cNvSpPr>
            <a:spLocks noGrp="1"/>
          </p:cNvSpPr>
          <p:nvPr>
            <p:ph type="body" sz="half" idx="2"/>
          </p:nvPr>
        </p:nvSpPr>
        <p:spPr>
          <a:xfrm>
            <a:off x="839788" y="3291840"/>
            <a:ext cx="3932237" cy="6098541"/>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a:t>Click to edit Master text styles</a:t>
            </a:r>
          </a:p>
        </p:txBody>
      </p:sp>
      <p:sp>
        <p:nvSpPr>
          <p:cNvPr id="5" name="Date Placeholder 4"/>
          <p:cNvSpPr>
            <a:spLocks noGrp="1"/>
          </p:cNvSpPr>
          <p:nvPr>
            <p:ph type="dt" sz="half" idx="10"/>
          </p:nvPr>
        </p:nvSpPr>
        <p:spPr/>
        <p:txBody>
          <a:bodyPr/>
          <a:lstStyle/>
          <a:p>
            <a:fld id="{DE0D81BB-EECC-4F1D-846F-A292FDFCA23D}" type="datetimeFigureOut">
              <a:rPr lang="en-US" smtClean="0"/>
              <a:t>8/15/2024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82EC4F-CEA7-435C-B008-A763A1793419}" type="slidenum">
              <a:rPr lang="en-US" smtClean="0"/>
              <a:t>‹#›</a:t>
            </a:fld>
            <a:endParaRPr lang="en-US"/>
          </a:p>
        </p:txBody>
      </p:sp>
    </p:spTree>
    <p:extLst>
      <p:ext uri="{BB962C8B-B14F-4D97-AF65-F5344CB8AC3E}">
        <p14:creationId xmlns:p14="http://schemas.microsoft.com/office/powerpoint/2010/main" val="7117600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E0D81BB-EECC-4F1D-846F-A292FDFCA23D}" type="datetimeFigureOut">
              <a:rPr lang="en-US" smtClean="0"/>
              <a:t>8/15/2024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82EC4F-CEA7-435C-B008-A763A1793419}" type="slidenum">
              <a:rPr lang="en-US" smtClean="0"/>
              <a:t>‹#›</a:t>
            </a:fld>
            <a:endParaRPr lang="en-US"/>
          </a:p>
        </p:txBody>
      </p:sp>
    </p:spTree>
    <p:extLst>
      <p:ext uri="{BB962C8B-B14F-4D97-AF65-F5344CB8AC3E}">
        <p14:creationId xmlns:p14="http://schemas.microsoft.com/office/powerpoint/2010/main" val="34931523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584200"/>
            <a:ext cx="2628900" cy="929894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584200"/>
            <a:ext cx="7734300" cy="929894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E0D81BB-EECC-4F1D-846F-A292FDFCA23D}" type="datetimeFigureOut">
              <a:rPr lang="en-US" smtClean="0"/>
              <a:t>8/15/2024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82EC4F-CEA7-435C-B008-A763A1793419}" type="slidenum">
              <a:rPr lang="en-US" smtClean="0"/>
              <a:t>‹#›</a:t>
            </a:fld>
            <a:endParaRPr lang="en-US"/>
          </a:p>
        </p:txBody>
      </p:sp>
    </p:spTree>
    <p:extLst>
      <p:ext uri="{BB962C8B-B14F-4D97-AF65-F5344CB8AC3E}">
        <p14:creationId xmlns:p14="http://schemas.microsoft.com/office/powerpoint/2010/main" val="17089155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584202"/>
            <a:ext cx="10515600" cy="212090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2921000"/>
            <a:ext cx="10515600" cy="696214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10170162"/>
            <a:ext cx="2743200" cy="584200"/>
          </a:xfrm>
          <a:prstGeom prst="rect">
            <a:avLst/>
          </a:prstGeom>
        </p:spPr>
        <p:txBody>
          <a:bodyPr vert="horz" lIns="91440" tIns="45720" rIns="91440" bIns="45720" rtlCol="0" anchor="ctr"/>
          <a:lstStyle>
            <a:lvl1pPr algn="l">
              <a:defRPr sz="1600">
                <a:solidFill>
                  <a:schemeClr val="tx1">
                    <a:tint val="82000"/>
                  </a:schemeClr>
                </a:solidFill>
              </a:defRPr>
            </a:lvl1pPr>
          </a:lstStyle>
          <a:p>
            <a:fld id="{DE0D81BB-EECC-4F1D-846F-A292FDFCA23D}" type="datetimeFigureOut">
              <a:rPr lang="en-US" smtClean="0"/>
              <a:t>8/15/2024</a:t>
            </a:fld>
            <a:endParaRPr lang="en-US"/>
          </a:p>
        </p:txBody>
      </p:sp>
      <p:sp>
        <p:nvSpPr>
          <p:cNvPr id="5" name="Footer Placeholder 4"/>
          <p:cNvSpPr>
            <a:spLocks noGrp="1"/>
          </p:cNvSpPr>
          <p:nvPr>
            <p:ph type="ftr" sz="quarter" idx="3"/>
          </p:nvPr>
        </p:nvSpPr>
        <p:spPr>
          <a:xfrm>
            <a:off x="4038600" y="10170162"/>
            <a:ext cx="4114800" cy="584200"/>
          </a:xfrm>
          <a:prstGeom prst="rect">
            <a:avLst/>
          </a:prstGeom>
        </p:spPr>
        <p:txBody>
          <a:bodyPr vert="horz" lIns="91440" tIns="45720" rIns="91440" bIns="45720" rtlCol="0" anchor="ctr"/>
          <a:lstStyle>
            <a:lvl1pPr algn="ctr">
              <a:defRPr sz="16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10170162"/>
            <a:ext cx="2743200" cy="584200"/>
          </a:xfrm>
          <a:prstGeom prst="rect">
            <a:avLst/>
          </a:prstGeom>
        </p:spPr>
        <p:txBody>
          <a:bodyPr vert="horz" lIns="91440" tIns="45720" rIns="91440" bIns="45720" rtlCol="0" anchor="ctr"/>
          <a:lstStyle>
            <a:lvl1pPr algn="r">
              <a:defRPr sz="1600">
                <a:solidFill>
                  <a:schemeClr val="tx1">
                    <a:tint val="82000"/>
                  </a:schemeClr>
                </a:solidFill>
              </a:defRPr>
            </a:lvl1pPr>
          </a:lstStyle>
          <a:p>
            <a:fld id="{0E82EC4F-CEA7-435C-B008-A763A1793419}" type="slidenum">
              <a:rPr lang="en-US" smtClean="0"/>
              <a:t>‹#›</a:t>
            </a:fld>
            <a:endParaRPr lang="en-US"/>
          </a:p>
        </p:txBody>
      </p:sp>
    </p:spTree>
    <p:extLst>
      <p:ext uri="{BB962C8B-B14F-4D97-AF65-F5344CB8AC3E}">
        <p14:creationId xmlns:p14="http://schemas.microsoft.com/office/powerpoint/2010/main" val="41147457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219170" rtl="0" eaLnBrk="1" latinLnBrk="0" hangingPunct="1">
        <a:lnSpc>
          <a:spcPct val="90000"/>
        </a:lnSpc>
        <a:spcBef>
          <a:spcPct val="0"/>
        </a:spcBef>
        <a:buNone/>
        <a:defRPr sz="5867" kern="1200">
          <a:solidFill>
            <a:schemeClr val="tx1"/>
          </a:solidFill>
          <a:latin typeface="+mj-lt"/>
          <a:ea typeface="+mj-ea"/>
          <a:cs typeface="+mj-cs"/>
        </a:defRPr>
      </a:lvl1pPr>
    </p:titleStyle>
    <p:body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15.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5E1B27-806D-B51D-D52E-9C6F5DBB32BF}"/>
              </a:ext>
            </a:extLst>
          </p:cNvPr>
          <p:cNvPicPr>
            <a:picLocks noChangeAspect="1"/>
          </p:cNvPicPr>
          <p:nvPr/>
        </p:nvPicPr>
        <p:blipFill>
          <a:blip r:embed="rId3"/>
          <a:stretch>
            <a:fillRect/>
          </a:stretch>
        </p:blipFill>
        <p:spPr>
          <a:xfrm>
            <a:off x="378861" y="3174680"/>
            <a:ext cx="6473213" cy="3820370"/>
          </a:xfrm>
          <a:prstGeom prst="rect">
            <a:avLst/>
          </a:prstGeom>
        </p:spPr>
      </p:pic>
      <p:pic>
        <p:nvPicPr>
          <p:cNvPr id="5" name="Picture 4">
            <a:extLst>
              <a:ext uri="{FF2B5EF4-FFF2-40B4-BE49-F238E27FC236}">
                <a16:creationId xmlns:a16="http://schemas.microsoft.com/office/drawing/2014/main" id="{D86B1000-33E9-7E7C-BB69-F2F2E2732764}"/>
              </a:ext>
            </a:extLst>
          </p:cNvPr>
          <p:cNvPicPr>
            <a:picLocks noChangeAspect="1"/>
          </p:cNvPicPr>
          <p:nvPr/>
        </p:nvPicPr>
        <p:blipFill>
          <a:blip r:embed="rId4"/>
          <a:stretch>
            <a:fillRect/>
          </a:stretch>
        </p:blipFill>
        <p:spPr>
          <a:xfrm>
            <a:off x="6852074" y="3337450"/>
            <a:ext cx="4122418" cy="3657600"/>
          </a:xfrm>
          <a:prstGeom prst="rect">
            <a:avLst/>
          </a:prstGeom>
        </p:spPr>
      </p:pic>
      <p:sp>
        <p:nvSpPr>
          <p:cNvPr id="8" name="TextBox 7">
            <a:extLst>
              <a:ext uri="{FF2B5EF4-FFF2-40B4-BE49-F238E27FC236}">
                <a16:creationId xmlns:a16="http://schemas.microsoft.com/office/drawing/2014/main" id="{20AC975B-C3C7-4E59-C467-A79F9E11A6ED}"/>
              </a:ext>
            </a:extLst>
          </p:cNvPr>
          <p:cNvSpPr txBox="1"/>
          <p:nvPr/>
        </p:nvSpPr>
        <p:spPr>
          <a:xfrm>
            <a:off x="1066048" y="5265641"/>
            <a:ext cx="834190" cy="1200329"/>
          </a:xfrm>
          <a:prstGeom prst="rect">
            <a:avLst/>
          </a:prstGeom>
          <a:noFill/>
        </p:spPr>
        <p:txBody>
          <a:bodyPr wrap="square" rtlCol="0">
            <a:spAutoFit/>
          </a:bodyPr>
          <a:lstStyle/>
          <a:p>
            <a:r>
              <a:rPr lang="en-US" dirty="0"/>
              <a:t>2021</a:t>
            </a:r>
          </a:p>
          <a:p>
            <a:r>
              <a:rPr lang="en-US" b="1" dirty="0"/>
              <a:t>Pop</a:t>
            </a:r>
          </a:p>
          <a:p>
            <a:r>
              <a:rPr lang="en-US" b="1" dirty="0" err="1"/>
              <a:t>Trt</a:t>
            </a:r>
            <a:endParaRPr lang="en-US" b="1" dirty="0"/>
          </a:p>
          <a:p>
            <a:r>
              <a:rPr lang="en-US" dirty="0"/>
              <a:t>Int</a:t>
            </a:r>
          </a:p>
        </p:txBody>
      </p:sp>
      <p:sp>
        <p:nvSpPr>
          <p:cNvPr id="10" name="TextBox 9">
            <a:extLst>
              <a:ext uri="{FF2B5EF4-FFF2-40B4-BE49-F238E27FC236}">
                <a16:creationId xmlns:a16="http://schemas.microsoft.com/office/drawing/2014/main" id="{9F303921-7C02-FAE7-7346-E2512CF9E4C1}"/>
              </a:ext>
            </a:extLst>
          </p:cNvPr>
          <p:cNvSpPr txBox="1"/>
          <p:nvPr/>
        </p:nvSpPr>
        <p:spPr>
          <a:xfrm>
            <a:off x="7587569" y="5166250"/>
            <a:ext cx="834190" cy="1200329"/>
          </a:xfrm>
          <a:prstGeom prst="rect">
            <a:avLst/>
          </a:prstGeom>
          <a:noFill/>
        </p:spPr>
        <p:txBody>
          <a:bodyPr wrap="square" rtlCol="0">
            <a:spAutoFit/>
          </a:bodyPr>
          <a:lstStyle/>
          <a:p>
            <a:r>
              <a:rPr lang="en-US" dirty="0"/>
              <a:t>2021</a:t>
            </a:r>
          </a:p>
          <a:p>
            <a:r>
              <a:rPr lang="en-US" b="1" dirty="0"/>
              <a:t>Pop</a:t>
            </a:r>
          </a:p>
          <a:p>
            <a:r>
              <a:rPr lang="en-US" b="1" dirty="0" err="1"/>
              <a:t>Trt</a:t>
            </a:r>
            <a:endParaRPr lang="en-US" b="1" dirty="0"/>
          </a:p>
          <a:p>
            <a:r>
              <a:rPr lang="en-US" dirty="0"/>
              <a:t>Int</a:t>
            </a:r>
          </a:p>
        </p:txBody>
      </p:sp>
      <p:sp>
        <p:nvSpPr>
          <p:cNvPr id="2" name="TextBox 1">
            <a:extLst>
              <a:ext uri="{FF2B5EF4-FFF2-40B4-BE49-F238E27FC236}">
                <a16:creationId xmlns:a16="http://schemas.microsoft.com/office/drawing/2014/main" id="{B8DA69E2-1B66-DDC4-6B12-76601FDB44CF}"/>
              </a:ext>
            </a:extLst>
          </p:cNvPr>
          <p:cNvSpPr txBox="1"/>
          <p:nvPr/>
        </p:nvSpPr>
        <p:spPr>
          <a:xfrm>
            <a:off x="1900238" y="971550"/>
            <a:ext cx="7929562" cy="1477328"/>
          </a:xfrm>
          <a:prstGeom prst="rect">
            <a:avLst/>
          </a:prstGeom>
          <a:noFill/>
        </p:spPr>
        <p:txBody>
          <a:bodyPr wrap="square" rtlCol="0">
            <a:spAutoFit/>
          </a:bodyPr>
          <a:lstStyle/>
          <a:p>
            <a:r>
              <a:rPr lang="en-US" dirty="0"/>
              <a:t>Interpretation: In both experiments, Sweden takes longer to bolt than Italy. However, Italy then takes longer between bolting and flowering. We also see that the future environment takes longer to bolt but less time between bolting and flowering. Only in 2022 was there differentiation for plasticity in days between emergence and bolting, which means? </a:t>
            </a:r>
          </a:p>
        </p:txBody>
      </p:sp>
    </p:spTree>
    <p:extLst>
      <p:ext uri="{BB962C8B-B14F-4D97-AF65-F5344CB8AC3E}">
        <p14:creationId xmlns:p14="http://schemas.microsoft.com/office/powerpoint/2010/main" val="15421316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 name="Picture 50">
            <a:extLst>
              <a:ext uri="{FF2B5EF4-FFF2-40B4-BE49-F238E27FC236}">
                <a16:creationId xmlns:a16="http://schemas.microsoft.com/office/drawing/2014/main" id="{193F8EC6-4771-F360-A5A7-CA77A4641F15}"/>
              </a:ext>
            </a:extLst>
          </p:cNvPr>
          <p:cNvPicPr>
            <a:picLocks noChangeAspect="1"/>
          </p:cNvPicPr>
          <p:nvPr/>
        </p:nvPicPr>
        <p:blipFill>
          <a:blip r:embed="rId3"/>
          <a:stretch>
            <a:fillRect/>
          </a:stretch>
        </p:blipFill>
        <p:spPr>
          <a:xfrm>
            <a:off x="6294863" y="5486400"/>
            <a:ext cx="5731101" cy="5486400"/>
          </a:xfrm>
          <a:prstGeom prst="rect">
            <a:avLst/>
          </a:prstGeom>
        </p:spPr>
      </p:pic>
      <p:pic>
        <p:nvPicPr>
          <p:cNvPr id="91" name="Picture 90">
            <a:extLst>
              <a:ext uri="{FF2B5EF4-FFF2-40B4-BE49-F238E27FC236}">
                <a16:creationId xmlns:a16="http://schemas.microsoft.com/office/drawing/2014/main" id="{6326F016-0FD8-909D-9115-F19478974A47}"/>
              </a:ext>
            </a:extLst>
          </p:cNvPr>
          <p:cNvPicPr>
            <a:picLocks noChangeAspect="1"/>
          </p:cNvPicPr>
          <p:nvPr/>
        </p:nvPicPr>
        <p:blipFill>
          <a:blip r:embed="rId4"/>
          <a:stretch>
            <a:fillRect/>
          </a:stretch>
        </p:blipFill>
        <p:spPr>
          <a:xfrm>
            <a:off x="-10437" y="-11890"/>
            <a:ext cx="6126252" cy="5486400"/>
          </a:xfrm>
          <a:prstGeom prst="rect">
            <a:avLst/>
          </a:prstGeom>
        </p:spPr>
      </p:pic>
      <p:pic>
        <p:nvPicPr>
          <p:cNvPr id="93" name="Picture 92">
            <a:extLst>
              <a:ext uri="{FF2B5EF4-FFF2-40B4-BE49-F238E27FC236}">
                <a16:creationId xmlns:a16="http://schemas.microsoft.com/office/drawing/2014/main" id="{607C7793-3E25-083B-C8DA-5B46D0052BFE}"/>
              </a:ext>
            </a:extLst>
          </p:cNvPr>
          <p:cNvPicPr>
            <a:picLocks noChangeAspect="1"/>
          </p:cNvPicPr>
          <p:nvPr/>
        </p:nvPicPr>
        <p:blipFill>
          <a:blip r:embed="rId5"/>
          <a:stretch>
            <a:fillRect/>
          </a:stretch>
        </p:blipFill>
        <p:spPr>
          <a:xfrm>
            <a:off x="5919527" y="61715"/>
            <a:ext cx="5954751" cy="5486400"/>
          </a:xfrm>
          <a:prstGeom prst="rect">
            <a:avLst/>
          </a:prstGeom>
        </p:spPr>
      </p:pic>
      <p:pic>
        <p:nvPicPr>
          <p:cNvPr id="95" name="Picture 94">
            <a:extLst>
              <a:ext uri="{FF2B5EF4-FFF2-40B4-BE49-F238E27FC236}">
                <a16:creationId xmlns:a16="http://schemas.microsoft.com/office/drawing/2014/main" id="{2C6AFC08-FC58-86AE-1274-D6E9CF365D3A}"/>
              </a:ext>
            </a:extLst>
          </p:cNvPr>
          <p:cNvPicPr>
            <a:picLocks noChangeAspect="1"/>
          </p:cNvPicPr>
          <p:nvPr/>
        </p:nvPicPr>
        <p:blipFill>
          <a:blip r:embed="rId6"/>
          <a:stretch>
            <a:fillRect/>
          </a:stretch>
        </p:blipFill>
        <p:spPr>
          <a:xfrm>
            <a:off x="167373" y="5419829"/>
            <a:ext cx="6024285" cy="5486400"/>
          </a:xfrm>
          <a:prstGeom prst="rect">
            <a:avLst/>
          </a:prstGeom>
        </p:spPr>
      </p:pic>
      <p:sp>
        <p:nvSpPr>
          <p:cNvPr id="12" name="TextBox 11">
            <a:extLst>
              <a:ext uri="{FF2B5EF4-FFF2-40B4-BE49-F238E27FC236}">
                <a16:creationId xmlns:a16="http://schemas.microsoft.com/office/drawing/2014/main" id="{80C41C25-1A29-9CC9-D028-45E3DCB6113A}"/>
              </a:ext>
            </a:extLst>
          </p:cNvPr>
          <p:cNvSpPr txBox="1"/>
          <p:nvPr/>
        </p:nvSpPr>
        <p:spPr>
          <a:xfrm>
            <a:off x="1286165" y="3500605"/>
            <a:ext cx="834190" cy="1200329"/>
          </a:xfrm>
          <a:prstGeom prst="rect">
            <a:avLst/>
          </a:prstGeom>
          <a:noFill/>
        </p:spPr>
        <p:txBody>
          <a:bodyPr wrap="square" rtlCol="0">
            <a:spAutoFit/>
          </a:bodyPr>
          <a:lstStyle/>
          <a:p>
            <a:r>
              <a:rPr lang="en-US" dirty="0"/>
              <a:t>2021</a:t>
            </a:r>
          </a:p>
          <a:p>
            <a:r>
              <a:rPr lang="en-US" b="1" dirty="0"/>
              <a:t>Pop</a:t>
            </a:r>
          </a:p>
          <a:p>
            <a:r>
              <a:rPr lang="en-US" b="1" dirty="0" err="1"/>
              <a:t>Trt</a:t>
            </a:r>
            <a:endParaRPr lang="en-US" b="1" dirty="0"/>
          </a:p>
          <a:p>
            <a:r>
              <a:rPr lang="en-US" b="1" dirty="0"/>
              <a:t>Int</a:t>
            </a:r>
          </a:p>
        </p:txBody>
      </p:sp>
      <p:sp>
        <p:nvSpPr>
          <p:cNvPr id="13" name="TextBox 12">
            <a:extLst>
              <a:ext uri="{FF2B5EF4-FFF2-40B4-BE49-F238E27FC236}">
                <a16:creationId xmlns:a16="http://schemas.microsoft.com/office/drawing/2014/main" id="{C70899D6-D08F-AB49-79AD-1F62163BA860}"/>
              </a:ext>
            </a:extLst>
          </p:cNvPr>
          <p:cNvSpPr txBox="1"/>
          <p:nvPr/>
        </p:nvSpPr>
        <p:spPr>
          <a:xfrm>
            <a:off x="5085337" y="3500605"/>
            <a:ext cx="834190" cy="1200329"/>
          </a:xfrm>
          <a:prstGeom prst="rect">
            <a:avLst/>
          </a:prstGeom>
          <a:noFill/>
        </p:spPr>
        <p:txBody>
          <a:bodyPr wrap="square" rtlCol="0">
            <a:spAutoFit/>
          </a:bodyPr>
          <a:lstStyle/>
          <a:p>
            <a:r>
              <a:rPr lang="en-US" dirty="0"/>
              <a:t>2022</a:t>
            </a:r>
          </a:p>
          <a:p>
            <a:r>
              <a:rPr lang="en-US" b="1" dirty="0"/>
              <a:t>Pop</a:t>
            </a:r>
          </a:p>
          <a:p>
            <a:r>
              <a:rPr lang="en-US" b="1" dirty="0" err="1"/>
              <a:t>Trt</a:t>
            </a:r>
            <a:endParaRPr lang="en-US" b="1" dirty="0"/>
          </a:p>
          <a:p>
            <a:r>
              <a:rPr lang="en-US" b="1" dirty="0"/>
              <a:t>Int</a:t>
            </a:r>
          </a:p>
        </p:txBody>
      </p:sp>
      <p:sp>
        <p:nvSpPr>
          <p:cNvPr id="17" name="TextBox 16">
            <a:extLst>
              <a:ext uri="{FF2B5EF4-FFF2-40B4-BE49-F238E27FC236}">
                <a16:creationId xmlns:a16="http://schemas.microsoft.com/office/drawing/2014/main" id="{9F58ECE6-0C53-A26A-54FE-61CCD30C086C}"/>
              </a:ext>
            </a:extLst>
          </p:cNvPr>
          <p:cNvSpPr txBox="1"/>
          <p:nvPr/>
        </p:nvSpPr>
        <p:spPr>
          <a:xfrm>
            <a:off x="11040088" y="8769417"/>
            <a:ext cx="834190" cy="1200329"/>
          </a:xfrm>
          <a:prstGeom prst="rect">
            <a:avLst/>
          </a:prstGeom>
          <a:noFill/>
        </p:spPr>
        <p:txBody>
          <a:bodyPr wrap="square" rtlCol="0">
            <a:spAutoFit/>
          </a:bodyPr>
          <a:lstStyle/>
          <a:p>
            <a:r>
              <a:rPr lang="en-US" dirty="0"/>
              <a:t>2022</a:t>
            </a:r>
          </a:p>
          <a:p>
            <a:r>
              <a:rPr lang="en-US" b="1" dirty="0"/>
              <a:t>Pop</a:t>
            </a:r>
          </a:p>
          <a:p>
            <a:r>
              <a:rPr lang="en-US" b="1" dirty="0" err="1"/>
              <a:t>Trt</a:t>
            </a:r>
            <a:endParaRPr lang="en-US" b="1" dirty="0"/>
          </a:p>
          <a:p>
            <a:r>
              <a:rPr lang="en-US" dirty="0"/>
              <a:t>Int</a:t>
            </a:r>
          </a:p>
        </p:txBody>
      </p:sp>
      <p:sp>
        <p:nvSpPr>
          <p:cNvPr id="19" name="TextBox 18">
            <a:extLst>
              <a:ext uri="{FF2B5EF4-FFF2-40B4-BE49-F238E27FC236}">
                <a16:creationId xmlns:a16="http://schemas.microsoft.com/office/drawing/2014/main" id="{84D11D13-3074-FF42-C4C9-32F5EBC549B1}"/>
              </a:ext>
            </a:extLst>
          </p:cNvPr>
          <p:cNvSpPr txBox="1"/>
          <p:nvPr/>
        </p:nvSpPr>
        <p:spPr>
          <a:xfrm>
            <a:off x="7106663" y="3502869"/>
            <a:ext cx="834190" cy="1200329"/>
          </a:xfrm>
          <a:prstGeom prst="rect">
            <a:avLst/>
          </a:prstGeom>
          <a:noFill/>
        </p:spPr>
        <p:txBody>
          <a:bodyPr wrap="square" rtlCol="0">
            <a:spAutoFit/>
          </a:bodyPr>
          <a:lstStyle/>
          <a:p>
            <a:r>
              <a:rPr lang="en-US" dirty="0"/>
              <a:t>2021</a:t>
            </a:r>
          </a:p>
          <a:p>
            <a:r>
              <a:rPr lang="en-US" b="1" dirty="0"/>
              <a:t>Pop</a:t>
            </a:r>
          </a:p>
          <a:p>
            <a:r>
              <a:rPr lang="en-US" b="1" dirty="0" err="1"/>
              <a:t>Trt</a:t>
            </a:r>
            <a:endParaRPr lang="en-US" b="1" dirty="0"/>
          </a:p>
          <a:p>
            <a:r>
              <a:rPr lang="en-US" b="1" dirty="0"/>
              <a:t>Int</a:t>
            </a:r>
          </a:p>
        </p:txBody>
      </p:sp>
      <p:sp>
        <p:nvSpPr>
          <p:cNvPr id="20" name="TextBox 19">
            <a:extLst>
              <a:ext uri="{FF2B5EF4-FFF2-40B4-BE49-F238E27FC236}">
                <a16:creationId xmlns:a16="http://schemas.microsoft.com/office/drawing/2014/main" id="{68CAAB83-AE70-C2F6-5A7E-DF40ECCBDA2B}"/>
              </a:ext>
            </a:extLst>
          </p:cNvPr>
          <p:cNvSpPr txBox="1"/>
          <p:nvPr/>
        </p:nvSpPr>
        <p:spPr>
          <a:xfrm>
            <a:off x="10905835" y="3502869"/>
            <a:ext cx="834190" cy="1200329"/>
          </a:xfrm>
          <a:prstGeom prst="rect">
            <a:avLst/>
          </a:prstGeom>
          <a:noFill/>
        </p:spPr>
        <p:txBody>
          <a:bodyPr wrap="square" rtlCol="0">
            <a:spAutoFit/>
          </a:bodyPr>
          <a:lstStyle/>
          <a:p>
            <a:r>
              <a:rPr lang="en-US" dirty="0"/>
              <a:t>2022</a:t>
            </a:r>
          </a:p>
          <a:p>
            <a:r>
              <a:rPr lang="en-US" b="1" dirty="0"/>
              <a:t>Pop</a:t>
            </a:r>
          </a:p>
          <a:p>
            <a:r>
              <a:rPr lang="en-US" b="1" dirty="0" err="1"/>
              <a:t>Trt</a:t>
            </a:r>
            <a:endParaRPr lang="en-US" b="1" dirty="0"/>
          </a:p>
          <a:p>
            <a:r>
              <a:rPr lang="en-US" b="1" dirty="0"/>
              <a:t>Int</a:t>
            </a:r>
          </a:p>
        </p:txBody>
      </p:sp>
      <p:sp>
        <p:nvSpPr>
          <p:cNvPr id="22" name="TextBox 21">
            <a:extLst>
              <a:ext uri="{FF2B5EF4-FFF2-40B4-BE49-F238E27FC236}">
                <a16:creationId xmlns:a16="http://schemas.microsoft.com/office/drawing/2014/main" id="{BE218036-A9AD-E16E-7530-D440995FB4EF}"/>
              </a:ext>
            </a:extLst>
          </p:cNvPr>
          <p:cNvSpPr txBox="1"/>
          <p:nvPr/>
        </p:nvSpPr>
        <p:spPr>
          <a:xfrm>
            <a:off x="1391153" y="8902642"/>
            <a:ext cx="834190" cy="1200329"/>
          </a:xfrm>
          <a:prstGeom prst="rect">
            <a:avLst/>
          </a:prstGeom>
          <a:noFill/>
        </p:spPr>
        <p:txBody>
          <a:bodyPr wrap="square" rtlCol="0">
            <a:spAutoFit/>
          </a:bodyPr>
          <a:lstStyle/>
          <a:p>
            <a:r>
              <a:rPr lang="en-US" dirty="0"/>
              <a:t>2021</a:t>
            </a:r>
          </a:p>
          <a:p>
            <a:r>
              <a:rPr lang="en-US" dirty="0"/>
              <a:t>Pop</a:t>
            </a:r>
          </a:p>
          <a:p>
            <a:r>
              <a:rPr lang="en-US" b="1" dirty="0" err="1"/>
              <a:t>Trt</a:t>
            </a:r>
            <a:endParaRPr lang="en-US" b="1" dirty="0"/>
          </a:p>
          <a:p>
            <a:r>
              <a:rPr lang="en-US" b="1" dirty="0"/>
              <a:t>Int</a:t>
            </a:r>
          </a:p>
        </p:txBody>
      </p:sp>
      <p:sp>
        <p:nvSpPr>
          <p:cNvPr id="23" name="TextBox 22">
            <a:extLst>
              <a:ext uri="{FF2B5EF4-FFF2-40B4-BE49-F238E27FC236}">
                <a16:creationId xmlns:a16="http://schemas.microsoft.com/office/drawing/2014/main" id="{96AC68B9-872C-E3FE-BBCD-A9EA9B4635B9}"/>
              </a:ext>
            </a:extLst>
          </p:cNvPr>
          <p:cNvSpPr txBox="1"/>
          <p:nvPr/>
        </p:nvSpPr>
        <p:spPr>
          <a:xfrm>
            <a:off x="5190325" y="8902642"/>
            <a:ext cx="834190" cy="1200329"/>
          </a:xfrm>
          <a:prstGeom prst="rect">
            <a:avLst/>
          </a:prstGeom>
          <a:noFill/>
        </p:spPr>
        <p:txBody>
          <a:bodyPr wrap="square" rtlCol="0">
            <a:spAutoFit/>
          </a:bodyPr>
          <a:lstStyle/>
          <a:p>
            <a:r>
              <a:rPr lang="en-US" dirty="0"/>
              <a:t>2022</a:t>
            </a:r>
          </a:p>
          <a:p>
            <a:r>
              <a:rPr lang="en-US" b="1" dirty="0"/>
              <a:t>Pop</a:t>
            </a:r>
          </a:p>
          <a:p>
            <a:r>
              <a:rPr lang="en-US" b="1" dirty="0" err="1"/>
              <a:t>Trt</a:t>
            </a:r>
            <a:endParaRPr lang="en-US" b="1" dirty="0"/>
          </a:p>
          <a:p>
            <a:r>
              <a:rPr lang="en-US" b="1" dirty="0"/>
              <a:t>Int</a:t>
            </a:r>
          </a:p>
        </p:txBody>
      </p:sp>
      <p:sp>
        <p:nvSpPr>
          <p:cNvPr id="2" name="TextBox 1">
            <a:extLst>
              <a:ext uri="{FF2B5EF4-FFF2-40B4-BE49-F238E27FC236}">
                <a16:creationId xmlns:a16="http://schemas.microsoft.com/office/drawing/2014/main" id="{FA57991C-835C-E46C-944A-82AA7B7DF16F}"/>
              </a:ext>
            </a:extLst>
          </p:cNvPr>
          <p:cNvSpPr txBox="1"/>
          <p:nvPr/>
        </p:nvSpPr>
        <p:spPr>
          <a:xfrm>
            <a:off x="2646458" y="55847"/>
            <a:ext cx="7929562" cy="369332"/>
          </a:xfrm>
          <a:prstGeom prst="rect">
            <a:avLst/>
          </a:prstGeom>
          <a:noFill/>
        </p:spPr>
        <p:txBody>
          <a:bodyPr wrap="square" rtlCol="0">
            <a:spAutoFit/>
          </a:bodyPr>
          <a:lstStyle/>
          <a:p>
            <a:r>
              <a:rPr lang="en-US" dirty="0"/>
              <a:t>Interpretation in notes</a:t>
            </a:r>
          </a:p>
        </p:txBody>
      </p:sp>
    </p:spTree>
    <p:extLst>
      <p:ext uri="{BB962C8B-B14F-4D97-AF65-F5344CB8AC3E}">
        <p14:creationId xmlns:p14="http://schemas.microsoft.com/office/powerpoint/2010/main" val="2348013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54DD81B7-391C-EEBA-A99F-29FD8E532652}"/>
              </a:ext>
            </a:extLst>
          </p:cNvPr>
          <p:cNvPicPr>
            <a:picLocks noChangeAspect="1"/>
          </p:cNvPicPr>
          <p:nvPr/>
        </p:nvPicPr>
        <p:blipFill>
          <a:blip r:embed="rId3"/>
          <a:stretch>
            <a:fillRect/>
          </a:stretch>
        </p:blipFill>
        <p:spPr>
          <a:xfrm>
            <a:off x="5925885" y="1177498"/>
            <a:ext cx="4165852" cy="3657600"/>
          </a:xfrm>
          <a:prstGeom prst="rect">
            <a:avLst/>
          </a:prstGeom>
        </p:spPr>
      </p:pic>
      <p:pic>
        <p:nvPicPr>
          <p:cNvPr id="49" name="Picture 48">
            <a:extLst>
              <a:ext uri="{FF2B5EF4-FFF2-40B4-BE49-F238E27FC236}">
                <a16:creationId xmlns:a16="http://schemas.microsoft.com/office/drawing/2014/main" id="{AAD2EFD0-F4F4-A352-B494-BAAF25689E62}"/>
              </a:ext>
            </a:extLst>
          </p:cNvPr>
          <p:cNvPicPr>
            <a:picLocks noChangeAspect="1"/>
          </p:cNvPicPr>
          <p:nvPr/>
        </p:nvPicPr>
        <p:blipFill>
          <a:blip r:embed="rId4"/>
          <a:stretch>
            <a:fillRect/>
          </a:stretch>
        </p:blipFill>
        <p:spPr>
          <a:xfrm>
            <a:off x="1829124" y="4835098"/>
            <a:ext cx="3963148" cy="3657600"/>
          </a:xfrm>
          <a:prstGeom prst="rect">
            <a:avLst/>
          </a:prstGeom>
        </p:spPr>
      </p:pic>
      <p:pic>
        <p:nvPicPr>
          <p:cNvPr id="3" name="Picture 2">
            <a:extLst>
              <a:ext uri="{FF2B5EF4-FFF2-40B4-BE49-F238E27FC236}">
                <a16:creationId xmlns:a16="http://schemas.microsoft.com/office/drawing/2014/main" id="{1E015634-E56D-F74B-59EF-8B5A0EA3BF34}"/>
              </a:ext>
            </a:extLst>
          </p:cNvPr>
          <p:cNvPicPr>
            <a:picLocks noChangeAspect="1"/>
          </p:cNvPicPr>
          <p:nvPr/>
        </p:nvPicPr>
        <p:blipFill>
          <a:blip r:embed="rId5"/>
          <a:stretch>
            <a:fillRect/>
          </a:stretch>
        </p:blipFill>
        <p:spPr>
          <a:xfrm>
            <a:off x="5925885" y="5002571"/>
            <a:ext cx="4826892" cy="3657600"/>
          </a:xfrm>
          <a:prstGeom prst="rect">
            <a:avLst/>
          </a:prstGeom>
        </p:spPr>
      </p:pic>
      <p:pic>
        <p:nvPicPr>
          <p:cNvPr id="43" name="Picture 42">
            <a:extLst>
              <a:ext uri="{FF2B5EF4-FFF2-40B4-BE49-F238E27FC236}">
                <a16:creationId xmlns:a16="http://schemas.microsoft.com/office/drawing/2014/main" id="{53550CA7-DBCB-C0E8-BACE-35D4012D7E1A}"/>
              </a:ext>
            </a:extLst>
          </p:cNvPr>
          <p:cNvPicPr>
            <a:picLocks noChangeAspect="1"/>
          </p:cNvPicPr>
          <p:nvPr/>
        </p:nvPicPr>
        <p:blipFill>
          <a:blip r:embed="rId6"/>
          <a:stretch>
            <a:fillRect/>
          </a:stretch>
        </p:blipFill>
        <p:spPr>
          <a:xfrm>
            <a:off x="1970196" y="1177498"/>
            <a:ext cx="4051082" cy="3657600"/>
          </a:xfrm>
          <a:prstGeom prst="rect">
            <a:avLst/>
          </a:prstGeom>
        </p:spPr>
      </p:pic>
      <p:sp>
        <p:nvSpPr>
          <p:cNvPr id="6" name="TextBox 5">
            <a:extLst>
              <a:ext uri="{FF2B5EF4-FFF2-40B4-BE49-F238E27FC236}">
                <a16:creationId xmlns:a16="http://schemas.microsoft.com/office/drawing/2014/main" id="{9CC1FAE4-B224-429D-142D-F180B5F2A7E2}"/>
              </a:ext>
            </a:extLst>
          </p:cNvPr>
          <p:cNvSpPr txBox="1"/>
          <p:nvPr/>
        </p:nvSpPr>
        <p:spPr>
          <a:xfrm>
            <a:off x="2832129" y="6976376"/>
            <a:ext cx="834190" cy="923330"/>
          </a:xfrm>
          <a:prstGeom prst="rect">
            <a:avLst/>
          </a:prstGeom>
          <a:noFill/>
        </p:spPr>
        <p:txBody>
          <a:bodyPr wrap="square" rtlCol="0">
            <a:spAutoFit/>
          </a:bodyPr>
          <a:lstStyle/>
          <a:p>
            <a:r>
              <a:rPr lang="en-US" b="1" dirty="0"/>
              <a:t>Pop</a:t>
            </a:r>
          </a:p>
          <a:p>
            <a:r>
              <a:rPr lang="en-US" dirty="0" err="1"/>
              <a:t>Trt</a:t>
            </a:r>
            <a:endParaRPr lang="en-US" dirty="0"/>
          </a:p>
          <a:p>
            <a:r>
              <a:rPr lang="en-US" b="1" dirty="0"/>
              <a:t>Int</a:t>
            </a:r>
          </a:p>
        </p:txBody>
      </p:sp>
      <p:sp>
        <p:nvSpPr>
          <p:cNvPr id="8" name="TextBox 7">
            <a:extLst>
              <a:ext uri="{FF2B5EF4-FFF2-40B4-BE49-F238E27FC236}">
                <a16:creationId xmlns:a16="http://schemas.microsoft.com/office/drawing/2014/main" id="{6D4D44F5-6352-33F4-507F-D219D9E8D502}"/>
              </a:ext>
            </a:extLst>
          </p:cNvPr>
          <p:cNvSpPr txBox="1"/>
          <p:nvPr/>
        </p:nvSpPr>
        <p:spPr>
          <a:xfrm>
            <a:off x="6762445" y="6976376"/>
            <a:ext cx="834190" cy="923330"/>
          </a:xfrm>
          <a:prstGeom prst="rect">
            <a:avLst/>
          </a:prstGeom>
          <a:noFill/>
        </p:spPr>
        <p:txBody>
          <a:bodyPr wrap="square" rtlCol="0">
            <a:spAutoFit/>
          </a:bodyPr>
          <a:lstStyle/>
          <a:p>
            <a:r>
              <a:rPr lang="en-US" b="1" dirty="0"/>
              <a:t>Pop</a:t>
            </a:r>
          </a:p>
          <a:p>
            <a:r>
              <a:rPr lang="en-US" b="1" dirty="0" err="1"/>
              <a:t>Trt</a:t>
            </a:r>
            <a:endParaRPr lang="en-US" b="1" dirty="0"/>
          </a:p>
          <a:p>
            <a:r>
              <a:rPr lang="en-US" dirty="0"/>
              <a:t>Int</a:t>
            </a:r>
          </a:p>
        </p:txBody>
      </p:sp>
      <p:sp>
        <p:nvSpPr>
          <p:cNvPr id="12" name="TextBox 11">
            <a:extLst>
              <a:ext uri="{FF2B5EF4-FFF2-40B4-BE49-F238E27FC236}">
                <a16:creationId xmlns:a16="http://schemas.microsoft.com/office/drawing/2014/main" id="{6F26012B-1B1F-2916-9C9D-6A260BCA8AB6}"/>
              </a:ext>
            </a:extLst>
          </p:cNvPr>
          <p:cNvSpPr txBox="1"/>
          <p:nvPr/>
        </p:nvSpPr>
        <p:spPr>
          <a:xfrm>
            <a:off x="2701461" y="3287378"/>
            <a:ext cx="834190" cy="923330"/>
          </a:xfrm>
          <a:prstGeom prst="rect">
            <a:avLst/>
          </a:prstGeom>
          <a:noFill/>
        </p:spPr>
        <p:txBody>
          <a:bodyPr wrap="square" rtlCol="0">
            <a:spAutoFit/>
          </a:bodyPr>
          <a:lstStyle/>
          <a:p>
            <a:r>
              <a:rPr lang="en-US" b="1" dirty="0"/>
              <a:t>Pop</a:t>
            </a:r>
          </a:p>
          <a:p>
            <a:r>
              <a:rPr lang="en-US" dirty="0" err="1"/>
              <a:t>Trt</a:t>
            </a:r>
            <a:endParaRPr lang="en-US" dirty="0"/>
          </a:p>
          <a:p>
            <a:r>
              <a:rPr lang="en-US" dirty="0"/>
              <a:t>Int</a:t>
            </a:r>
          </a:p>
        </p:txBody>
      </p:sp>
      <p:sp>
        <p:nvSpPr>
          <p:cNvPr id="14" name="TextBox 13">
            <a:extLst>
              <a:ext uri="{FF2B5EF4-FFF2-40B4-BE49-F238E27FC236}">
                <a16:creationId xmlns:a16="http://schemas.microsoft.com/office/drawing/2014/main" id="{9FBCB4B3-68A5-10CD-1E37-E0490CF9A9BC}"/>
              </a:ext>
            </a:extLst>
          </p:cNvPr>
          <p:cNvSpPr txBox="1"/>
          <p:nvPr/>
        </p:nvSpPr>
        <p:spPr>
          <a:xfrm>
            <a:off x="6577947" y="3467397"/>
            <a:ext cx="834190" cy="923330"/>
          </a:xfrm>
          <a:prstGeom prst="rect">
            <a:avLst/>
          </a:prstGeom>
          <a:noFill/>
        </p:spPr>
        <p:txBody>
          <a:bodyPr wrap="square" rtlCol="0">
            <a:spAutoFit/>
          </a:bodyPr>
          <a:lstStyle/>
          <a:p>
            <a:r>
              <a:rPr lang="en-US" b="1" dirty="0"/>
              <a:t>Pop</a:t>
            </a:r>
          </a:p>
          <a:p>
            <a:r>
              <a:rPr lang="en-US" b="1" dirty="0" err="1"/>
              <a:t>Trt</a:t>
            </a:r>
            <a:endParaRPr lang="en-US" b="1" dirty="0"/>
          </a:p>
          <a:p>
            <a:r>
              <a:rPr lang="en-US" dirty="0"/>
              <a:t>Int</a:t>
            </a:r>
          </a:p>
        </p:txBody>
      </p:sp>
    </p:spTree>
    <p:extLst>
      <p:ext uri="{BB962C8B-B14F-4D97-AF65-F5344CB8AC3E}">
        <p14:creationId xmlns:p14="http://schemas.microsoft.com/office/powerpoint/2010/main" val="19496037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143255F0-3C7A-1C8D-AFD3-6FB85A46AFE8}"/>
              </a:ext>
            </a:extLst>
          </p:cNvPr>
          <p:cNvPicPr>
            <a:picLocks noChangeAspect="1"/>
          </p:cNvPicPr>
          <p:nvPr/>
        </p:nvPicPr>
        <p:blipFill>
          <a:blip r:embed="rId3"/>
          <a:stretch>
            <a:fillRect/>
          </a:stretch>
        </p:blipFill>
        <p:spPr>
          <a:xfrm>
            <a:off x="102326" y="2300287"/>
            <a:ext cx="6227805" cy="5486400"/>
          </a:xfrm>
          <a:prstGeom prst="rect">
            <a:avLst/>
          </a:prstGeom>
        </p:spPr>
      </p:pic>
      <p:pic>
        <p:nvPicPr>
          <p:cNvPr id="35" name="Picture 34">
            <a:extLst>
              <a:ext uri="{FF2B5EF4-FFF2-40B4-BE49-F238E27FC236}">
                <a16:creationId xmlns:a16="http://schemas.microsoft.com/office/drawing/2014/main" id="{006FBEA2-B0EE-8574-DB43-0F3918410C4E}"/>
              </a:ext>
            </a:extLst>
          </p:cNvPr>
          <p:cNvPicPr>
            <a:picLocks noChangeAspect="1"/>
          </p:cNvPicPr>
          <p:nvPr/>
        </p:nvPicPr>
        <p:blipFill>
          <a:blip r:embed="rId4"/>
          <a:stretch>
            <a:fillRect/>
          </a:stretch>
        </p:blipFill>
        <p:spPr>
          <a:xfrm>
            <a:off x="5893401" y="2148668"/>
            <a:ext cx="6127149" cy="5486400"/>
          </a:xfrm>
          <a:prstGeom prst="rect">
            <a:avLst/>
          </a:prstGeom>
        </p:spPr>
      </p:pic>
      <p:sp>
        <p:nvSpPr>
          <p:cNvPr id="6" name="TextBox 5">
            <a:extLst>
              <a:ext uri="{FF2B5EF4-FFF2-40B4-BE49-F238E27FC236}">
                <a16:creationId xmlns:a16="http://schemas.microsoft.com/office/drawing/2014/main" id="{929CA0AF-F2F2-F3A1-61CA-E4AFAB550265}"/>
              </a:ext>
            </a:extLst>
          </p:cNvPr>
          <p:cNvSpPr txBox="1"/>
          <p:nvPr/>
        </p:nvSpPr>
        <p:spPr>
          <a:xfrm>
            <a:off x="1492521" y="2300287"/>
            <a:ext cx="834190" cy="923330"/>
          </a:xfrm>
          <a:prstGeom prst="rect">
            <a:avLst/>
          </a:prstGeom>
          <a:noFill/>
        </p:spPr>
        <p:txBody>
          <a:bodyPr wrap="square" rtlCol="0">
            <a:spAutoFit/>
          </a:bodyPr>
          <a:lstStyle/>
          <a:p>
            <a:r>
              <a:rPr lang="en-US" b="1" dirty="0"/>
              <a:t>Pop</a:t>
            </a:r>
          </a:p>
          <a:p>
            <a:r>
              <a:rPr lang="en-US" dirty="0" err="1"/>
              <a:t>Trt</a:t>
            </a:r>
            <a:endParaRPr lang="en-US" dirty="0"/>
          </a:p>
          <a:p>
            <a:r>
              <a:rPr lang="en-US" dirty="0"/>
              <a:t>Int</a:t>
            </a:r>
          </a:p>
        </p:txBody>
      </p:sp>
      <p:sp>
        <p:nvSpPr>
          <p:cNvPr id="7" name="TextBox 6">
            <a:extLst>
              <a:ext uri="{FF2B5EF4-FFF2-40B4-BE49-F238E27FC236}">
                <a16:creationId xmlns:a16="http://schemas.microsoft.com/office/drawing/2014/main" id="{8AAE143C-150F-1E0C-DCC3-FED448DC4CAB}"/>
              </a:ext>
            </a:extLst>
          </p:cNvPr>
          <p:cNvSpPr txBox="1"/>
          <p:nvPr/>
        </p:nvSpPr>
        <p:spPr>
          <a:xfrm>
            <a:off x="7472272" y="2300287"/>
            <a:ext cx="834190" cy="923330"/>
          </a:xfrm>
          <a:prstGeom prst="rect">
            <a:avLst/>
          </a:prstGeom>
          <a:noFill/>
        </p:spPr>
        <p:txBody>
          <a:bodyPr wrap="square" rtlCol="0">
            <a:spAutoFit/>
          </a:bodyPr>
          <a:lstStyle/>
          <a:p>
            <a:r>
              <a:rPr lang="en-US" b="1" dirty="0"/>
              <a:t>Pop</a:t>
            </a:r>
          </a:p>
          <a:p>
            <a:r>
              <a:rPr lang="en-US" b="1" dirty="0" err="1"/>
              <a:t>Trt</a:t>
            </a:r>
            <a:endParaRPr lang="en-US" b="1" dirty="0"/>
          </a:p>
          <a:p>
            <a:r>
              <a:rPr lang="en-US" b="1" dirty="0"/>
              <a:t>Int</a:t>
            </a:r>
          </a:p>
        </p:txBody>
      </p:sp>
    </p:spTree>
    <p:extLst>
      <p:ext uri="{BB962C8B-B14F-4D97-AF65-F5344CB8AC3E}">
        <p14:creationId xmlns:p14="http://schemas.microsoft.com/office/powerpoint/2010/main" val="27041347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86B1000-33E9-7E7C-BB69-F2F2E2732764}"/>
              </a:ext>
            </a:extLst>
          </p:cNvPr>
          <p:cNvPicPr>
            <a:picLocks noChangeAspect="1"/>
          </p:cNvPicPr>
          <p:nvPr/>
        </p:nvPicPr>
        <p:blipFill>
          <a:blip r:embed="rId3"/>
          <a:stretch>
            <a:fillRect/>
          </a:stretch>
        </p:blipFill>
        <p:spPr>
          <a:xfrm>
            <a:off x="7912168" y="3405078"/>
            <a:ext cx="4122418" cy="3657600"/>
          </a:xfrm>
          <a:prstGeom prst="rect">
            <a:avLst/>
          </a:prstGeom>
        </p:spPr>
      </p:pic>
      <p:pic>
        <p:nvPicPr>
          <p:cNvPr id="77" name="Picture 76">
            <a:extLst>
              <a:ext uri="{FF2B5EF4-FFF2-40B4-BE49-F238E27FC236}">
                <a16:creationId xmlns:a16="http://schemas.microsoft.com/office/drawing/2014/main" id="{19D7C38B-2C72-E9A2-518A-B67F26745C09}"/>
              </a:ext>
            </a:extLst>
          </p:cNvPr>
          <p:cNvPicPr>
            <a:picLocks noChangeAspect="1"/>
          </p:cNvPicPr>
          <p:nvPr/>
        </p:nvPicPr>
        <p:blipFill>
          <a:blip r:embed="rId4"/>
          <a:stretch>
            <a:fillRect/>
          </a:stretch>
        </p:blipFill>
        <p:spPr>
          <a:xfrm>
            <a:off x="0" y="3405078"/>
            <a:ext cx="3960176" cy="3657600"/>
          </a:xfrm>
          <a:prstGeom prst="rect">
            <a:avLst/>
          </a:prstGeom>
        </p:spPr>
      </p:pic>
      <p:pic>
        <p:nvPicPr>
          <p:cNvPr id="79" name="Picture 78">
            <a:extLst>
              <a:ext uri="{FF2B5EF4-FFF2-40B4-BE49-F238E27FC236}">
                <a16:creationId xmlns:a16="http://schemas.microsoft.com/office/drawing/2014/main" id="{175DBA8D-929E-4088-D54F-2CCA30411F34}"/>
              </a:ext>
            </a:extLst>
          </p:cNvPr>
          <p:cNvPicPr>
            <a:picLocks noChangeAspect="1"/>
          </p:cNvPicPr>
          <p:nvPr/>
        </p:nvPicPr>
        <p:blipFill>
          <a:blip r:embed="rId5"/>
          <a:stretch>
            <a:fillRect/>
          </a:stretch>
        </p:blipFill>
        <p:spPr>
          <a:xfrm>
            <a:off x="3960176" y="3405078"/>
            <a:ext cx="3951992" cy="3657600"/>
          </a:xfrm>
          <a:prstGeom prst="rect">
            <a:avLst/>
          </a:prstGeom>
        </p:spPr>
      </p:pic>
      <p:sp>
        <p:nvSpPr>
          <p:cNvPr id="6" name="TextBox 5">
            <a:extLst>
              <a:ext uri="{FF2B5EF4-FFF2-40B4-BE49-F238E27FC236}">
                <a16:creationId xmlns:a16="http://schemas.microsoft.com/office/drawing/2014/main" id="{1B206EBD-8F67-3E3E-9BB2-4559DD0C143F}"/>
              </a:ext>
            </a:extLst>
          </p:cNvPr>
          <p:cNvSpPr txBox="1"/>
          <p:nvPr/>
        </p:nvSpPr>
        <p:spPr>
          <a:xfrm>
            <a:off x="704740" y="7207057"/>
            <a:ext cx="834190" cy="1200329"/>
          </a:xfrm>
          <a:prstGeom prst="rect">
            <a:avLst/>
          </a:prstGeom>
          <a:noFill/>
        </p:spPr>
        <p:txBody>
          <a:bodyPr wrap="square" rtlCol="0">
            <a:spAutoFit/>
          </a:bodyPr>
          <a:lstStyle/>
          <a:p>
            <a:r>
              <a:rPr lang="en-US" dirty="0"/>
              <a:t>2021</a:t>
            </a:r>
          </a:p>
          <a:p>
            <a:r>
              <a:rPr lang="en-US" b="1" dirty="0"/>
              <a:t>Pop</a:t>
            </a:r>
          </a:p>
          <a:p>
            <a:r>
              <a:rPr lang="en-US" b="1" dirty="0" err="1"/>
              <a:t>Trt</a:t>
            </a:r>
            <a:endParaRPr lang="en-US" b="1" dirty="0"/>
          </a:p>
          <a:p>
            <a:r>
              <a:rPr lang="en-US" b="1" dirty="0"/>
              <a:t>Int</a:t>
            </a:r>
          </a:p>
        </p:txBody>
      </p:sp>
      <p:sp>
        <p:nvSpPr>
          <p:cNvPr id="7" name="TextBox 6">
            <a:extLst>
              <a:ext uri="{FF2B5EF4-FFF2-40B4-BE49-F238E27FC236}">
                <a16:creationId xmlns:a16="http://schemas.microsoft.com/office/drawing/2014/main" id="{1C367119-608D-C22E-705D-A0D5718F7587}"/>
              </a:ext>
            </a:extLst>
          </p:cNvPr>
          <p:cNvSpPr txBox="1"/>
          <p:nvPr/>
        </p:nvSpPr>
        <p:spPr>
          <a:xfrm>
            <a:off x="3158070" y="7207057"/>
            <a:ext cx="834190" cy="1200329"/>
          </a:xfrm>
          <a:prstGeom prst="rect">
            <a:avLst/>
          </a:prstGeom>
          <a:noFill/>
        </p:spPr>
        <p:txBody>
          <a:bodyPr wrap="square" rtlCol="0">
            <a:spAutoFit/>
          </a:bodyPr>
          <a:lstStyle/>
          <a:p>
            <a:r>
              <a:rPr lang="en-US" dirty="0"/>
              <a:t>2022</a:t>
            </a:r>
          </a:p>
          <a:p>
            <a:r>
              <a:rPr lang="en-US" b="1" dirty="0"/>
              <a:t>Pop</a:t>
            </a:r>
          </a:p>
          <a:p>
            <a:r>
              <a:rPr lang="en-US" b="1" dirty="0" err="1"/>
              <a:t>Trt</a:t>
            </a:r>
            <a:endParaRPr lang="en-US" b="1" dirty="0"/>
          </a:p>
          <a:p>
            <a:r>
              <a:rPr lang="en-US" dirty="0"/>
              <a:t>Int</a:t>
            </a:r>
          </a:p>
        </p:txBody>
      </p:sp>
      <p:sp>
        <p:nvSpPr>
          <p:cNvPr id="8" name="TextBox 7">
            <a:extLst>
              <a:ext uri="{FF2B5EF4-FFF2-40B4-BE49-F238E27FC236}">
                <a16:creationId xmlns:a16="http://schemas.microsoft.com/office/drawing/2014/main" id="{20AC975B-C3C7-4E59-C467-A79F9E11A6ED}"/>
              </a:ext>
            </a:extLst>
          </p:cNvPr>
          <p:cNvSpPr txBox="1"/>
          <p:nvPr/>
        </p:nvSpPr>
        <p:spPr>
          <a:xfrm>
            <a:off x="4777210" y="7062678"/>
            <a:ext cx="834190" cy="1200329"/>
          </a:xfrm>
          <a:prstGeom prst="rect">
            <a:avLst/>
          </a:prstGeom>
          <a:noFill/>
        </p:spPr>
        <p:txBody>
          <a:bodyPr wrap="square" rtlCol="0">
            <a:spAutoFit/>
          </a:bodyPr>
          <a:lstStyle/>
          <a:p>
            <a:r>
              <a:rPr lang="en-US" dirty="0"/>
              <a:t>2021</a:t>
            </a:r>
          </a:p>
          <a:p>
            <a:r>
              <a:rPr lang="en-US" b="1" dirty="0"/>
              <a:t>Pop</a:t>
            </a:r>
          </a:p>
          <a:p>
            <a:r>
              <a:rPr lang="en-US" b="1" dirty="0" err="1"/>
              <a:t>Trt</a:t>
            </a:r>
            <a:endParaRPr lang="en-US" b="1" dirty="0"/>
          </a:p>
          <a:p>
            <a:r>
              <a:rPr lang="en-US" dirty="0"/>
              <a:t>Int</a:t>
            </a:r>
          </a:p>
        </p:txBody>
      </p:sp>
      <p:sp>
        <p:nvSpPr>
          <p:cNvPr id="9" name="TextBox 8">
            <a:extLst>
              <a:ext uri="{FF2B5EF4-FFF2-40B4-BE49-F238E27FC236}">
                <a16:creationId xmlns:a16="http://schemas.microsoft.com/office/drawing/2014/main" id="{227051E2-ED78-CB8C-F05B-99BC0A4DFCEA}"/>
              </a:ext>
            </a:extLst>
          </p:cNvPr>
          <p:cNvSpPr txBox="1"/>
          <p:nvPr/>
        </p:nvSpPr>
        <p:spPr>
          <a:xfrm>
            <a:off x="6838419" y="7062678"/>
            <a:ext cx="834190" cy="1200329"/>
          </a:xfrm>
          <a:prstGeom prst="rect">
            <a:avLst/>
          </a:prstGeom>
          <a:noFill/>
        </p:spPr>
        <p:txBody>
          <a:bodyPr wrap="square" rtlCol="0">
            <a:spAutoFit/>
          </a:bodyPr>
          <a:lstStyle/>
          <a:p>
            <a:r>
              <a:rPr lang="en-US" dirty="0"/>
              <a:t>2022</a:t>
            </a:r>
          </a:p>
          <a:p>
            <a:r>
              <a:rPr lang="en-US" b="1" dirty="0"/>
              <a:t>Pop</a:t>
            </a:r>
          </a:p>
          <a:p>
            <a:r>
              <a:rPr lang="en-US" b="1" dirty="0" err="1"/>
              <a:t>Trt</a:t>
            </a:r>
            <a:endParaRPr lang="en-US" b="1" dirty="0"/>
          </a:p>
          <a:p>
            <a:r>
              <a:rPr lang="en-US" b="1" dirty="0"/>
              <a:t>Int</a:t>
            </a:r>
          </a:p>
        </p:txBody>
      </p:sp>
      <p:sp>
        <p:nvSpPr>
          <p:cNvPr id="10" name="TextBox 9">
            <a:extLst>
              <a:ext uri="{FF2B5EF4-FFF2-40B4-BE49-F238E27FC236}">
                <a16:creationId xmlns:a16="http://schemas.microsoft.com/office/drawing/2014/main" id="{9F303921-7C02-FAE7-7346-E2512CF9E4C1}"/>
              </a:ext>
            </a:extLst>
          </p:cNvPr>
          <p:cNvSpPr txBox="1"/>
          <p:nvPr/>
        </p:nvSpPr>
        <p:spPr>
          <a:xfrm>
            <a:off x="8729202" y="7062678"/>
            <a:ext cx="834190" cy="923330"/>
          </a:xfrm>
          <a:prstGeom prst="rect">
            <a:avLst/>
          </a:prstGeom>
          <a:noFill/>
        </p:spPr>
        <p:txBody>
          <a:bodyPr wrap="square" rtlCol="0">
            <a:spAutoFit/>
          </a:bodyPr>
          <a:lstStyle/>
          <a:p>
            <a:r>
              <a:rPr lang="en-US" b="1" dirty="0"/>
              <a:t>Pop</a:t>
            </a:r>
          </a:p>
          <a:p>
            <a:r>
              <a:rPr lang="en-US" b="1" dirty="0" err="1"/>
              <a:t>Trt</a:t>
            </a:r>
            <a:endParaRPr lang="en-US" b="1" dirty="0"/>
          </a:p>
          <a:p>
            <a:r>
              <a:rPr lang="en-US" dirty="0"/>
              <a:t>Int</a:t>
            </a:r>
          </a:p>
        </p:txBody>
      </p:sp>
    </p:spTree>
    <p:extLst>
      <p:ext uri="{BB962C8B-B14F-4D97-AF65-F5344CB8AC3E}">
        <p14:creationId xmlns:p14="http://schemas.microsoft.com/office/powerpoint/2010/main" val="41913047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 name="Picture 50">
            <a:extLst>
              <a:ext uri="{FF2B5EF4-FFF2-40B4-BE49-F238E27FC236}">
                <a16:creationId xmlns:a16="http://schemas.microsoft.com/office/drawing/2014/main" id="{193F8EC6-4771-F360-A5A7-CA77A4641F15}"/>
              </a:ext>
            </a:extLst>
          </p:cNvPr>
          <p:cNvPicPr>
            <a:picLocks noChangeAspect="1"/>
          </p:cNvPicPr>
          <p:nvPr/>
        </p:nvPicPr>
        <p:blipFill>
          <a:blip r:embed="rId3"/>
          <a:stretch>
            <a:fillRect/>
          </a:stretch>
        </p:blipFill>
        <p:spPr>
          <a:xfrm>
            <a:off x="6294863" y="5486400"/>
            <a:ext cx="5731101" cy="5486400"/>
          </a:xfrm>
          <a:prstGeom prst="rect">
            <a:avLst/>
          </a:prstGeom>
        </p:spPr>
      </p:pic>
      <p:pic>
        <p:nvPicPr>
          <p:cNvPr id="91" name="Picture 90">
            <a:extLst>
              <a:ext uri="{FF2B5EF4-FFF2-40B4-BE49-F238E27FC236}">
                <a16:creationId xmlns:a16="http://schemas.microsoft.com/office/drawing/2014/main" id="{6326F016-0FD8-909D-9115-F19478974A47}"/>
              </a:ext>
            </a:extLst>
          </p:cNvPr>
          <p:cNvPicPr>
            <a:picLocks noChangeAspect="1"/>
          </p:cNvPicPr>
          <p:nvPr/>
        </p:nvPicPr>
        <p:blipFill>
          <a:blip r:embed="rId4"/>
          <a:stretch>
            <a:fillRect/>
          </a:stretch>
        </p:blipFill>
        <p:spPr>
          <a:xfrm>
            <a:off x="-10437" y="-11890"/>
            <a:ext cx="6126252" cy="5486400"/>
          </a:xfrm>
          <a:prstGeom prst="rect">
            <a:avLst/>
          </a:prstGeom>
        </p:spPr>
      </p:pic>
      <p:pic>
        <p:nvPicPr>
          <p:cNvPr id="93" name="Picture 92">
            <a:extLst>
              <a:ext uri="{FF2B5EF4-FFF2-40B4-BE49-F238E27FC236}">
                <a16:creationId xmlns:a16="http://schemas.microsoft.com/office/drawing/2014/main" id="{607C7793-3E25-083B-C8DA-5B46D0052BFE}"/>
              </a:ext>
            </a:extLst>
          </p:cNvPr>
          <p:cNvPicPr>
            <a:picLocks noChangeAspect="1"/>
          </p:cNvPicPr>
          <p:nvPr/>
        </p:nvPicPr>
        <p:blipFill>
          <a:blip r:embed="rId5"/>
          <a:stretch>
            <a:fillRect/>
          </a:stretch>
        </p:blipFill>
        <p:spPr>
          <a:xfrm>
            <a:off x="5919527" y="61715"/>
            <a:ext cx="5954751" cy="5486400"/>
          </a:xfrm>
          <a:prstGeom prst="rect">
            <a:avLst/>
          </a:prstGeom>
        </p:spPr>
      </p:pic>
      <p:pic>
        <p:nvPicPr>
          <p:cNvPr id="95" name="Picture 94">
            <a:extLst>
              <a:ext uri="{FF2B5EF4-FFF2-40B4-BE49-F238E27FC236}">
                <a16:creationId xmlns:a16="http://schemas.microsoft.com/office/drawing/2014/main" id="{2C6AFC08-FC58-86AE-1274-D6E9CF365D3A}"/>
              </a:ext>
            </a:extLst>
          </p:cNvPr>
          <p:cNvPicPr>
            <a:picLocks noChangeAspect="1"/>
          </p:cNvPicPr>
          <p:nvPr/>
        </p:nvPicPr>
        <p:blipFill>
          <a:blip r:embed="rId6"/>
          <a:stretch>
            <a:fillRect/>
          </a:stretch>
        </p:blipFill>
        <p:spPr>
          <a:xfrm>
            <a:off x="71715" y="5390147"/>
            <a:ext cx="6024285" cy="5486400"/>
          </a:xfrm>
          <a:prstGeom prst="rect">
            <a:avLst/>
          </a:prstGeom>
        </p:spPr>
      </p:pic>
      <p:sp>
        <p:nvSpPr>
          <p:cNvPr id="12" name="TextBox 11">
            <a:extLst>
              <a:ext uri="{FF2B5EF4-FFF2-40B4-BE49-F238E27FC236}">
                <a16:creationId xmlns:a16="http://schemas.microsoft.com/office/drawing/2014/main" id="{80C41C25-1A29-9CC9-D028-45E3DCB6113A}"/>
              </a:ext>
            </a:extLst>
          </p:cNvPr>
          <p:cNvSpPr txBox="1"/>
          <p:nvPr/>
        </p:nvSpPr>
        <p:spPr>
          <a:xfrm>
            <a:off x="1286165" y="3500605"/>
            <a:ext cx="834190" cy="1200329"/>
          </a:xfrm>
          <a:prstGeom prst="rect">
            <a:avLst/>
          </a:prstGeom>
          <a:noFill/>
        </p:spPr>
        <p:txBody>
          <a:bodyPr wrap="square" rtlCol="0">
            <a:spAutoFit/>
          </a:bodyPr>
          <a:lstStyle/>
          <a:p>
            <a:r>
              <a:rPr lang="en-US" dirty="0"/>
              <a:t>2021</a:t>
            </a:r>
          </a:p>
          <a:p>
            <a:r>
              <a:rPr lang="en-US" b="1" dirty="0"/>
              <a:t>Pop</a:t>
            </a:r>
          </a:p>
          <a:p>
            <a:r>
              <a:rPr lang="en-US" b="1" dirty="0" err="1"/>
              <a:t>Trt</a:t>
            </a:r>
            <a:endParaRPr lang="en-US" b="1" dirty="0"/>
          </a:p>
          <a:p>
            <a:r>
              <a:rPr lang="en-US" b="1" dirty="0"/>
              <a:t>Int</a:t>
            </a:r>
          </a:p>
        </p:txBody>
      </p:sp>
      <p:sp>
        <p:nvSpPr>
          <p:cNvPr id="13" name="TextBox 12">
            <a:extLst>
              <a:ext uri="{FF2B5EF4-FFF2-40B4-BE49-F238E27FC236}">
                <a16:creationId xmlns:a16="http://schemas.microsoft.com/office/drawing/2014/main" id="{C70899D6-D08F-AB49-79AD-1F62163BA860}"/>
              </a:ext>
            </a:extLst>
          </p:cNvPr>
          <p:cNvSpPr txBox="1"/>
          <p:nvPr/>
        </p:nvSpPr>
        <p:spPr>
          <a:xfrm>
            <a:off x="5085337" y="3500605"/>
            <a:ext cx="834190" cy="1200329"/>
          </a:xfrm>
          <a:prstGeom prst="rect">
            <a:avLst/>
          </a:prstGeom>
          <a:noFill/>
        </p:spPr>
        <p:txBody>
          <a:bodyPr wrap="square" rtlCol="0">
            <a:spAutoFit/>
          </a:bodyPr>
          <a:lstStyle/>
          <a:p>
            <a:r>
              <a:rPr lang="en-US" dirty="0"/>
              <a:t>2022</a:t>
            </a:r>
          </a:p>
          <a:p>
            <a:r>
              <a:rPr lang="en-US" b="1" dirty="0"/>
              <a:t>Pop</a:t>
            </a:r>
          </a:p>
          <a:p>
            <a:r>
              <a:rPr lang="en-US" b="1" dirty="0" err="1"/>
              <a:t>Trt</a:t>
            </a:r>
            <a:endParaRPr lang="en-US" b="1" dirty="0"/>
          </a:p>
          <a:p>
            <a:r>
              <a:rPr lang="en-US" b="1" dirty="0"/>
              <a:t>Int</a:t>
            </a:r>
          </a:p>
        </p:txBody>
      </p:sp>
      <p:sp>
        <p:nvSpPr>
          <p:cNvPr id="17" name="TextBox 16">
            <a:extLst>
              <a:ext uri="{FF2B5EF4-FFF2-40B4-BE49-F238E27FC236}">
                <a16:creationId xmlns:a16="http://schemas.microsoft.com/office/drawing/2014/main" id="{9F58ECE6-0C53-A26A-54FE-61CCD30C086C}"/>
              </a:ext>
            </a:extLst>
          </p:cNvPr>
          <p:cNvSpPr txBox="1"/>
          <p:nvPr/>
        </p:nvSpPr>
        <p:spPr>
          <a:xfrm>
            <a:off x="7458919" y="8967537"/>
            <a:ext cx="834190" cy="923330"/>
          </a:xfrm>
          <a:prstGeom prst="rect">
            <a:avLst/>
          </a:prstGeom>
          <a:noFill/>
        </p:spPr>
        <p:txBody>
          <a:bodyPr wrap="square" rtlCol="0">
            <a:spAutoFit/>
          </a:bodyPr>
          <a:lstStyle/>
          <a:p>
            <a:r>
              <a:rPr lang="en-US" b="1" dirty="0"/>
              <a:t>Pop</a:t>
            </a:r>
          </a:p>
          <a:p>
            <a:r>
              <a:rPr lang="en-US" b="1" dirty="0" err="1"/>
              <a:t>Trt</a:t>
            </a:r>
            <a:endParaRPr lang="en-US" b="1" dirty="0"/>
          </a:p>
          <a:p>
            <a:r>
              <a:rPr lang="en-US" dirty="0"/>
              <a:t>Int</a:t>
            </a:r>
          </a:p>
        </p:txBody>
      </p:sp>
      <p:sp>
        <p:nvSpPr>
          <p:cNvPr id="19" name="TextBox 18">
            <a:extLst>
              <a:ext uri="{FF2B5EF4-FFF2-40B4-BE49-F238E27FC236}">
                <a16:creationId xmlns:a16="http://schemas.microsoft.com/office/drawing/2014/main" id="{84D11D13-3074-FF42-C4C9-32F5EBC549B1}"/>
              </a:ext>
            </a:extLst>
          </p:cNvPr>
          <p:cNvSpPr txBox="1"/>
          <p:nvPr/>
        </p:nvSpPr>
        <p:spPr>
          <a:xfrm>
            <a:off x="7106663" y="3502869"/>
            <a:ext cx="834190" cy="1200329"/>
          </a:xfrm>
          <a:prstGeom prst="rect">
            <a:avLst/>
          </a:prstGeom>
          <a:noFill/>
        </p:spPr>
        <p:txBody>
          <a:bodyPr wrap="square" rtlCol="0">
            <a:spAutoFit/>
          </a:bodyPr>
          <a:lstStyle/>
          <a:p>
            <a:r>
              <a:rPr lang="en-US" dirty="0"/>
              <a:t>2021</a:t>
            </a:r>
          </a:p>
          <a:p>
            <a:r>
              <a:rPr lang="en-US" b="1" dirty="0"/>
              <a:t>Pop</a:t>
            </a:r>
          </a:p>
          <a:p>
            <a:r>
              <a:rPr lang="en-US" b="1" dirty="0" err="1"/>
              <a:t>Trt</a:t>
            </a:r>
            <a:endParaRPr lang="en-US" b="1" dirty="0"/>
          </a:p>
          <a:p>
            <a:r>
              <a:rPr lang="en-US" b="1" dirty="0"/>
              <a:t>Int</a:t>
            </a:r>
          </a:p>
        </p:txBody>
      </p:sp>
      <p:sp>
        <p:nvSpPr>
          <p:cNvPr id="20" name="TextBox 19">
            <a:extLst>
              <a:ext uri="{FF2B5EF4-FFF2-40B4-BE49-F238E27FC236}">
                <a16:creationId xmlns:a16="http://schemas.microsoft.com/office/drawing/2014/main" id="{68CAAB83-AE70-C2F6-5A7E-DF40ECCBDA2B}"/>
              </a:ext>
            </a:extLst>
          </p:cNvPr>
          <p:cNvSpPr txBox="1"/>
          <p:nvPr/>
        </p:nvSpPr>
        <p:spPr>
          <a:xfrm>
            <a:off x="10905835" y="3502869"/>
            <a:ext cx="834190" cy="1200329"/>
          </a:xfrm>
          <a:prstGeom prst="rect">
            <a:avLst/>
          </a:prstGeom>
          <a:noFill/>
        </p:spPr>
        <p:txBody>
          <a:bodyPr wrap="square" rtlCol="0">
            <a:spAutoFit/>
          </a:bodyPr>
          <a:lstStyle/>
          <a:p>
            <a:r>
              <a:rPr lang="en-US" dirty="0"/>
              <a:t>2022</a:t>
            </a:r>
          </a:p>
          <a:p>
            <a:r>
              <a:rPr lang="en-US" b="1" dirty="0"/>
              <a:t>Pop</a:t>
            </a:r>
          </a:p>
          <a:p>
            <a:r>
              <a:rPr lang="en-US" b="1" dirty="0" err="1"/>
              <a:t>Trt</a:t>
            </a:r>
            <a:endParaRPr lang="en-US" b="1" dirty="0"/>
          </a:p>
          <a:p>
            <a:r>
              <a:rPr lang="en-US" b="1" dirty="0"/>
              <a:t>Int</a:t>
            </a:r>
          </a:p>
        </p:txBody>
      </p:sp>
      <p:sp>
        <p:nvSpPr>
          <p:cNvPr id="22" name="TextBox 21">
            <a:extLst>
              <a:ext uri="{FF2B5EF4-FFF2-40B4-BE49-F238E27FC236}">
                <a16:creationId xmlns:a16="http://schemas.microsoft.com/office/drawing/2014/main" id="{BE218036-A9AD-E16E-7530-D440995FB4EF}"/>
              </a:ext>
            </a:extLst>
          </p:cNvPr>
          <p:cNvSpPr txBox="1"/>
          <p:nvPr/>
        </p:nvSpPr>
        <p:spPr>
          <a:xfrm>
            <a:off x="1391153" y="8902642"/>
            <a:ext cx="834190" cy="1200329"/>
          </a:xfrm>
          <a:prstGeom prst="rect">
            <a:avLst/>
          </a:prstGeom>
          <a:noFill/>
        </p:spPr>
        <p:txBody>
          <a:bodyPr wrap="square" rtlCol="0">
            <a:spAutoFit/>
          </a:bodyPr>
          <a:lstStyle/>
          <a:p>
            <a:r>
              <a:rPr lang="en-US" dirty="0"/>
              <a:t>2021</a:t>
            </a:r>
          </a:p>
          <a:p>
            <a:r>
              <a:rPr lang="en-US" dirty="0"/>
              <a:t>Pop</a:t>
            </a:r>
          </a:p>
          <a:p>
            <a:r>
              <a:rPr lang="en-US" b="1" dirty="0" err="1"/>
              <a:t>Trt</a:t>
            </a:r>
            <a:endParaRPr lang="en-US" b="1" dirty="0"/>
          </a:p>
          <a:p>
            <a:r>
              <a:rPr lang="en-US" b="1" dirty="0"/>
              <a:t>Int</a:t>
            </a:r>
          </a:p>
        </p:txBody>
      </p:sp>
      <p:sp>
        <p:nvSpPr>
          <p:cNvPr id="23" name="TextBox 22">
            <a:extLst>
              <a:ext uri="{FF2B5EF4-FFF2-40B4-BE49-F238E27FC236}">
                <a16:creationId xmlns:a16="http://schemas.microsoft.com/office/drawing/2014/main" id="{96AC68B9-872C-E3FE-BBCD-A9EA9B4635B9}"/>
              </a:ext>
            </a:extLst>
          </p:cNvPr>
          <p:cNvSpPr txBox="1"/>
          <p:nvPr/>
        </p:nvSpPr>
        <p:spPr>
          <a:xfrm>
            <a:off x="5190325" y="8902642"/>
            <a:ext cx="834190" cy="1200329"/>
          </a:xfrm>
          <a:prstGeom prst="rect">
            <a:avLst/>
          </a:prstGeom>
          <a:noFill/>
        </p:spPr>
        <p:txBody>
          <a:bodyPr wrap="square" rtlCol="0">
            <a:spAutoFit/>
          </a:bodyPr>
          <a:lstStyle/>
          <a:p>
            <a:r>
              <a:rPr lang="en-US" dirty="0"/>
              <a:t>2022</a:t>
            </a:r>
          </a:p>
          <a:p>
            <a:r>
              <a:rPr lang="en-US" b="1" dirty="0"/>
              <a:t>Pop</a:t>
            </a:r>
          </a:p>
          <a:p>
            <a:r>
              <a:rPr lang="en-US" b="1" dirty="0" err="1"/>
              <a:t>Trt</a:t>
            </a:r>
            <a:endParaRPr lang="en-US" b="1" dirty="0"/>
          </a:p>
          <a:p>
            <a:r>
              <a:rPr lang="en-US" b="1" dirty="0"/>
              <a:t>Int</a:t>
            </a:r>
          </a:p>
        </p:txBody>
      </p:sp>
    </p:spTree>
    <p:extLst>
      <p:ext uri="{BB962C8B-B14F-4D97-AF65-F5344CB8AC3E}">
        <p14:creationId xmlns:p14="http://schemas.microsoft.com/office/powerpoint/2010/main" val="3257467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54DD81B7-391C-EEBA-A99F-29FD8E532652}"/>
              </a:ext>
            </a:extLst>
          </p:cNvPr>
          <p:cNvPicPr>
            <a:picLocks noChangeAspect="1"/>
          </p:cNvPicPr>
          <p:nvPr/>
        </p:nvPicPr>
        <p:blipFill>
          <a:blip r:embed="rId3"/>
          <a:stretch>
            <a:fillRect/>
          </a:stretch>
        </p:blipFill>
        <p:spPr>
          <a:xfrm>
            <a:off x="8026148" y="2734836"/>
            <a:ext cx="4165852" cy="3657600"/>
          </a:xfrm>
          <a:prstGeom prst="rect">
            <a:avLst/>
          </a:prstGeom>
        </p:spPr>
      </p:pic>
      <p:pic>
        <p:nvPicPr>
          <p:cNvPr id="49" name="Picture 48">
            <a:extLst>
              <a:ext uri="{FF2B5EF4-FFF2-40B4-BE49-F238E27FC236}">
                <a16:creationId xmlns:a16="http://schemas.microsoft.com/office/drawing/2014/main" id="{AAD2EFD0-F4F4-A352-B494-BAAF25689E62}"/>
              </a:ext>
            </a:extLst>
          </p:cNvPr>
          <p:cNvPicPr>
            <a:picLocks noChangeAspect="1"/>
          </p:cNvPicPr>
          <p:nvPr/>
        </p:nvPicPr>
        <p:blipFill>
          <a:blip r:embed="rId4"/>
          <a:stretch>
            <a:fillRect/>
          </a:stretch>
        </p:blipFill>
        <p:spPr>
          <a:xfrm>
            <a:off x="2132852" y="6409164"/>
            <a:ext cx="3963148" cy="3657600"/>
          </a:xfrm>
          <a:prstGeom prst="rect">
            <a:avLst/>
          </a:prstGeom>
        </p:spPr>
      </p:pic>
      <p:pic>
        <p:nvPicPr>
          <p:cNvPr id="99" name="Picture 98">
            <a:extLst>
              <a:ext uri="{FF2B5EF4-FFF2-40B4-BE49-F238E27FC236}">
                <a16:creationId xmlns:a16="http://schemas.microsoft.com/office/drawing/2014/main" id="{D74A978A-3E74-4F98-922A-E3B81AA40952}"/>
              </a:ext>
            </a:extLst>
          </p:cNvPr>
          <p:cNvPicPr>
            <a:picLocks noChangeAspect="1"/>
          </p:cNvPicPr>
          <p:nvPr/>
        </p:nvPicPr>
        <p:blipFill>
          <a:blip r:embed="rId5"/>
          <a:stretch>
            <a:fillRect/>
          </a:stretch>
        </p:blipFill>
        <p:spPr>
          <a:xfrm>
            <a:off x="124181" y="2734836"/>
            <a:ext cx="5024846" cy="3657600"/>
          </a:xfrm>
          <a:prstGeom prst="rect">
            <a:avLst/>
          </a:prstGeom>
        </p:spPr>
      </p:pic>
      <p:pic>
        <p:nvPicPr>
          <p:cNvPr id="3" name="Picture 2">
            <a:extLst>
              <a:ext uri="{FF2B5EF4-FFF2-40B4-BE49-F238E27FC236}">
                <a16:creationId xmlns:a16="http://schemas.microsoft.com/office/drawing/2014/main" id="{1E015634-E56D-F74B-59EF-8B5A0EA3BF34}"/>
              </a:ext>
            </a:extLst>
          </p:cNvPr>
          <p:cNvPicPr>
            <a:picLocks noChangeAspect="1"/>
          </p:cNvPicPr>
          <p:nvPr/>
        </p:nvPicPr>
        <p:blipFill>
          <a:blip r:embed="rId6"/>
          <a:stretch>
            <a:fillRect/>
          </a:stretch>
        </p:blipFill>
        <p:spPr>
          <a:xfrm>
            <a:off x="6229613" y="6576637"/>
            <a:ext cx="4826892" cy="3657600"/>
          </a:xfrm>
          <a:prstGeom prst="rect">
            <a:avLst/>
          </a:prstGeom>
        </p:spPr>
      </p:pic>
      <p:pic>
        <p:nvPicPr>
          <p:cNvPr id="43" name="Picture 42">
            <a:extLst>
              <a:ext uri="{FF2B5EF4-FFF2-40B4-BE49-F238E27FC236}">
                <a16:creationId xmlns:a16="http://schemas.microsoft.com/office/drawing/2014/main" id="{53550CA7-DBCB-C0E8-BACE-35D4012D7E1A}"/>
              </a:ext>
            </a:extLst>
          </p:cNvPr>
          <p:cNvPicPr>
            <a:picLocks noChangeAspect="1"/>
          </p:cNvPicPr>
          <p:nvPr/>
        </p:nvPicPr>
        <p:blipFill>
          <a:blip r:embed="rId7"/>
          <a:stretch>
            <a:fillRect/>
          </a:stretch>
        </p:blipFill>
        <p:spPr>
          <a:xfrm>
            <a:off x="4070459" y="2734836"/>
            <a:ext cx="4051082" cy="3657600"/>
          </a:xfrm>
          <a:prstGeom prst="rect">
            <a:avLst/>
          </a:prstGeom>
        </p:spPr>
      </p:pic>
      <p:sp>
        <p:nvSpPr>
          <p:cNvPr id="6" name="TextBox 5">
            <a:extLst>
              <a:ext uri="{FF2B5EF4-FFF2-40B4-BE49-F238E27FC236}">
                <a16:creationId xmlns:a16="http://schemas.microsoft.com/office/drawing/2014/main" id="{9CC1FAE4-B224-429D-142D-F180B5F2A7E2}"/>
              </a:ext>
            </a:extLst>
          </p:cNvPr>
          <p:cNvSpPr txBox="1"/>
          <p:nvPr/>
        </p:nvSpPr>
        <p:spPr>
          <a:xfrm>
            <a:off x="3135857" y="8550442"/>
            <a:ext cx="834190" cy="923330"/>
          </a:xfrm>
          <a:prstGeom prst="rect">
            <a:avLst/>
          </a:prstGeom>
          <a:noFill/>
        </p:spPr>
        <p:txBody>
          <a:bodyPr wrap="square" rtlCol="0">
            <a:spAutoFit/>
          </a:bodyPr>
          <a:lstStyle/>
          <a:p>
            <a:r>
              <a:rPr lang="en-US" b="1" dirty="0"/>
              <a:t>Pop</a:t>
            </a:r>
          </a:p>
          <a:p>
            <a:r>
              <a:rPr lang="en-US" dirty="0" err="1"/>
              <a:t>Trt</a:t>
            </a:r>
            <a:endParaRPr lang="en-US" dirty="0"/>
          </a:p>
          <a:p>
            <a:r>
              <a:rPr lang="en-US" b="1" dirty="0"/>
              <a:t>Int</a:t>
            </a:r>
          </a:p>
        </p:txBody>
      </p:sp>
      <p:sp>
        <p:nvSpPr>
          <p:cNvPr id="8" name="TextBox 7">
            <a:extLst>
              <a:ext uri="{FF2B5EF4-FFF2-40B4-BE49-F238E27FC236}">
                <a16:creationId xmlns:a16="http://schemas.microsoft.com/office/drawing/2014/main" id="{6D4D44F5-6352-33F4-507F-D219D9E8D502}"/>
              </a:ext>
            </a:extLst>
          </p:cNvPr>
          <p:cNvSpPr txBox="1"/>
          <p:nvPr/>
        </p:nvSpPr>
        <p:spPr>
          <a:xfrm>
            <a:off x="7066173" y="8550442"/>
            <a:ext cx="834190" cy="923330"/>
          </a:xfrm>
          <a:prstGeom prst="rect">
            <a:avLst/>
          </a:prstGeom>
          <a:noFill/>
        </p:spPr>
        <p:txBody>
          <a:bodyPr wrap="square" rtlCol="0">
            <a:spAutoFit/>
          </a:bodyPr>
          <a:lstStyle/>
          <a:p>
            <a:r>
              <a:rPr lang="en-US" b="1" dirty="0"/>
              <a:t>Pop</a:t>
            </a:r>
          </a:p>
          <a:p>
            <a:r>
              <a:rPr lang="en-US" b="1" dirty="0" err="1"/>
              <a:t>Trt</a:t>
            </a:r>
            <a:endParaRPr lang="en-US" b="1" dirty="0"/>
          </a:p>
          <a:p>
            <a:r>
              <a:rPr lang="en-US" dirty="0"/>
              <a:t>Int</a:t>
            </a:r>
          </a:p>
        </p:txBody>
      </p:sp>
      <p:sp>
        <p:nvSpPr>
          <p:cNvPr id="10" name="TextBox 9">
            <a:extLst>
              <a:ext uri="{FF2B5EF4-FFF2-40B4-BE49-F238E27FC236}">
                <a16:creationId xmlns:a16="http://schemas.microsoft.com/office/drawing/2014/main" id="{9C83D862-5D1D-9EF9-667B-4BAC7F7077B9}"/>
              </a:ext>
            </a:extLst>
          </p:cNvPr>
          <p:cNvSpPr txBox="1"/>
          <p:nvPr/>
        </p:nvSpPr>
        <p:spPr>
          <a:xfrm>
            <a:off x="1010653" y="4844716"/>
            <a:ext cx="834190" cy="923330"/>
          </a:xfrm>
          <a:prstGeom prst="rect">
            <a:avLst/>
          </a:prstGeom>
          <a:noFill/>
        </p:spPr>
        <p:txBody>
          <a:bodyPr wrap="square" rtlCol="0">
            <a:spAutoFit/>
          </a:bodyPr>
          <a:lstStyle/>
          <a:p>
            <a:r>
              <a:rPr lang="en-US" dirty="0"/>
              <a:t>Pop</a:t>
            </a:r>
          </a:p>
          <a:p>
            <a:r>
              <a:rPr lang="en-US" b="1" dirty="0" err="1"/>
              <a:t>Trt</a:t>
            </a:r>
            <a:endParaRPr lang="en-US" b="1" dirty="0"/>
          </a:p>
          <a:p>
            <a:r>
              <a:rPr lang="en-US" dirty="0"/>
              <a:t>Int</a:t>
            </a:r>
          </a:p>
        </p:txBody>
      </p:sp>
      <p:sp>
        <p:nvSpPr>
          <p:cNvPr id="12" name="TextBox 11">
            <a:extLst>
              <a:ext uri="{FF2B5EF4-FFF2-40B4-BE49-F238E27FC236}">
                <a16:creationId xmlns:a16="http://schemas.microsoft.com/office/drawing/2014/main" id="{6F26012B-1B1F-2916-9C9D-6A260BCA8AB6}"/>
              </a:ext>
            </a:extLst>
          </p:cNvPr>
          <p:cNvSpPr txBox="1"/>
          <p:nvPr/>
        </p:nvSpPr>
        <p:spPr>
          <a:xfrm>
            <a:off x="4801724" y="4844716"/>
            <a:ext cx="834190" cy="923330"/>
          </a:xfrm>
          <a:prstGeom prst="rect">
            <a:avLst/>
          </a:prstGeom>
          <a:noFill/>
        </p:spPr>
        <p:txBody>
          <a:bodyPr wrap="square" rtlCol="0">
            <a:spAutoFit/>
          </a:bodyPr>
          <a:lstStyle/>
          <a:p>
            <a:r>
              <a:rPr lang="en-US" b="1" dirty="0"/>
              <a:t>Pop</a:t>
            </a:r>
          </a:p>
          <a:p>
            <a:r>
              <a:rPr lang="en-US" dirty="0" err="1"/>
              <a:t>Trt</a:t>
            </a:r>
            <a:endParaRPr lang="en-US" dirty="0"/>
          </a:p>
          <a:p>
            <a:r>
              <a:rPr lang="en-US" dirty="0"/>
              <a:t>Int</a:t>
            </a:r>
          </a:p>
        </p:txBody>
      </p:sp>
      <p:sp>
        <p:nvSpPr>
          <p:cNvPr id="14" name="TextBox 13">
            <a:extLst>
              <a:ext uri="{FF2B5EF4-FFF2-40B4-BE49-F238E27FC236}">
                <a16:creationId xmlns:a16="http://schemas.microsoft.com/office/drawing/2014/main" id="{9FBCB4B3-68A5-10CD-1E37-E0490CF9A9BC}"/>
              </a:ext>
            </a:extLst>
          </p:cNvPr>
          <p:cNvSpPr txBox="1"/>
          <p:nvPr/>
        </p:nvSpPr>
        <p:spPr>
          <a:xfrm>
            <a:off x="8678210" y="5024735"/>
            <a:ext cx="834190" cy="923330"/>
          </a:xfrm>
          <a:prstGeom prst="rect">
            <a:avLst/>
          </a:prstGeom>
          <a:noFill/>
        </p:spPr>
        <p:txBody>
          <a:bodyPr wrap="square" rtlCol="0">
            <a:spAutoFit/>
          </a:bodyPr>
          <a:lstStyle/>
          <a:p>
            <a:r>
              <a:rPr lang="en-US" b="1" dirty="0"/>
              <a:t>Pop</a:t>
            </a:r>
          </a:p>
          <a:p>
            <a:r>
              <a:rPr lang="en-US" b="1" dirty="0" err="1"/>
              <a:t>Trt</a:t>
            </a:r>
            <a:endParaRPr lang="en-US" b="1" dirty="0"/>
          </a:p>
          <a:p>
            <a:r>
              <a:rPr lang="en-US" dirty="0"/>
              <a:t>Int</a:t>
            </a:r>
          </a:p>
        </p:txBody>
      </p:sp>
      <p:sp>
        <p:nvSpPr>
          <p:cNvPr id="16" name="TextBox 15">
            <a:extLst>
              <a:ext uri="{FF2B5EF4-FFF2-40B4-BE49-F238E27FC236}">
                <a16:creationId xmlns:a16="http://schemas.microsoft.com/office/drawing/2014/main" id="{C1B10166-B5E0-F6A0-999C-245B3B05E6C4}"/>
              </a:ext>
            </a:extLst>
          </p:cNvPr>
          <p:cNvSpPr txBox="1"/>
          <p:nvPr/>
        </p:nvSpPr>
        <p:spPr>
          <a:xfrm>
            <a:off x="3042323" y="4844716"/>
            <a:ext cx="834190" cy="923330"/>
          </a:xfrm>
          <a:prstGeom prst="rect">
            <a:avLst/>
          </a:prstGeom>
          <a:noFill/>
        </p:spPr>
        <p:txBody>
          <a:bodyPr wrap="square" rtlCol="0">
            <a:spAutoFit/>
          </a:bodyPr>
          <a:lstStyle/>
          <a:p>
            <a:r>
              <a:rPr lang="en-US" dirty="0"/>
              <a:t>Pop</a:t>
            </a:r>
          </a:p>
          <a:p>
            <a:r>
              <a:rPr lang="en-US" b="1" dirty="0" err="1"/>
              <a:t>Trt</a:t>
            </a:r>
            <a:endParaRPr lang="en-US" b="1" dirty="0"/>
          </a:p>
          <a:p>
            <a:r>
              <a:rPr lang="en-US" dirty="0"/>
              <a:t>Int</a:t>
            </a:r>
          </a:p>
        </p:txBody>
      </p:sp>
    </p:spTree>
    <p:extLst>
      <p:ext uri="{BB962C8B-B14F-4D97-AF65-F5344CB8AC3E}">
        <p14:creationId xmlns:p14="http://schemas.microsoft.com/office/powerpoint/2010/main" val="2781088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BF5FCDCC-EFE7-D5B4-EA8C-5917CE786E1C}"/>
              </a:ext>
            </a:extLst>
          </p:cNvPr>
          <p:cNvPicPr>
            <a:picLocks noChangeAspect="1"/>
          </p:cNvPicPr>
          <p:nvPr/>
        </p:nvPicPr>
        <p:blipFill>
          <a:blip r:embed="rId3"/>
          <a:stretch>
            <a:fillRect/>
          </a:stretch>
        </p:blipFill>
        <p:spPr>
          <a:xfrm>
            <a:off x="26328" y="0"/>
            <a:ext cx="5960046" cy="5486400"/>
          </a:xfrm>
          <a:prstGeom prst="rect">
            <a:avLst/>
          </a:prstGeom>
        </p:spPr>
      </p:pic>
      <p:pic>
        <p:nvPicPr>
          <p:cNvPr id="25" name="Picture 24">
            <a:extLst>
              <a:ext uri="{FF2B5EF4-FFF2-40B4-BE49-F238E27FC236}">
                <a16:creationId xmlns:a16="http://schemas.microsoft.com/office/drawing/2014/main" id="{29CF95C0-7FF2-B578-219E-12EBA7BC5CA0}"/>
              </a:ext>
            </a:extLst>
          </p:cNvPr>
          <p:cNvPicPr>
            <a:picLocks noChangeAspect="1"/>
          </p:cNvPicPr>
          <p:nvPr/>
        </p:nvPicPr>
        <p:blipFill>
          <a:blip r:embed="rId4"/>
          <a:stretch>
            <a:fillRect/>
          </a:stretch>
        </p:blipFill>
        <p:spPr>
          <a:xfrm>
            <a:off x="5927963" y="0"/>
            <a:ext cx="5883966" cy="5486400"/>
          </a:xfrm>
          <a:prstGeom prst="rect">
            <a:avLst/>
          </a:prstGeom>
        </p:spPr>
      </p:pic>
      <p:pic>
        <p:nvPicPr>
          <p:cNvPr id="31" name="Picture 30">
            <a:extLst>
              <a:ext uri="{FF2B5EF4-FFF2-40B4-BE49-F238E27FC236}">
                <a16:creationId xmlns:a16="http://schemas.microsoft.com/office/drawing/2014/main" id="{143255F0-3C7A-1C8D-AFD3-6FB85A46AFE8}"/>
              </a:ext>
            </a:extLst>
          </p:cNvPr>
          <p:cNvPicPr>
            <a:picLocks noChangeAspect="1"/>
          </p:cNvPicPr>
          <p:nvPr/>
        </p:nvPicPr>
        <p:blipFill>
          <a:blip r:embed="rId5"/>
          <a:stretch>
            <a:fillRect/>
          </a:stretch>
        </p:blipFill>
        <p:spPr>
          <a:xfrm>
            <a:off x="136888" y="5486400"/>
            <a:ext cx="6227805" cy="5486400"/>
          </a:xfrm>
          <a:prstGeom prst="rect">
            <a:avLst/>
          </a:prstGeom>
        </p:spPr>
      </p:pic>
      <p:pic>
        <p:nvPicPr>
          <p:cNvPr id="35" name="Picture 34">
            <a:extLst>
              <a:ext uri="{FF2B5EF4-FFF2-40B4-BE49-F238E27FC236}">
                <a16:creationId xmlns:a16="http://schemas.microsoft.com/office/drawing/2014/main" id="{006FBEA2-B0EE-8574-DB43-0F3918410C4E}"/>
              </a:ext>
            </a:extLst>
          </p:cNvPr>
          <p:cNvPicPr>
            <a:picLocks noChangeAspect="1"/>
          </p:cNvPicPr>
          <p:nvPr/>
        </p:nvPicPr>
        <p:blipFill>
          <a:blip r:embed="rId6"/>
          <a:stretch>
            <a:fillRect/>
          </a:stretch>
        </p:blipFill>
        <p:spPr>
          <a:xfrm>
            <a:off x="5927963" y="5334781"/>
            <a:ext cx="6127149" cy="5486400"/>
          </a:xfrm>
          <a:prstGeom prst="rect">
            <a:avLst/>
          </a:prstGeom>
        </p:spPr>
      </p:pic>
      <p:sp>
        <p:nvSpPr>
          <p:cNvPr id="6" name="TextBox 5">
            <a:extLst>
              <a:ext uri="{FF2B5EF4-FFF2-40B4-BE49-F238E27FC236}">
                <a16:creationId xmlns:a16="http://schemas.microsoft.com/office/drawing/2014/main" id="{929CA0AF-F2F2-F3A1-61CA-E4AFAB550265}"/>
              </a:ext>
            </a:extLst>
          </p:cNvPr>
          <p:cNvSpPr txBox="1"/>
          <p:nvPr/>
        </p:nvSpPr>
        <p:spPr>
          <a:xfrm>
            <a:off x="1527083" y="5486400"/>
            <a:ext cx="834190" cy="923330"/>
          </a:xfrm>
          <a:prstGeom prst="rect">
            <a:avLst/>
          </a:prstGeom>
          <a:noFill/>
        </p:spPr>
        <p:txBody>
          <a:bodyPr wrap="square" rtlCol="0">
            <a:spAutoFit/>
          </a:bodyPr>
          <a:lstStyle/>
          <a:p>
            <a:r>
              <a:rPr lang="en-US" b="1" dirty="0"/>
              <a:t>Pop</a:t>
            </a:r>
          </a:p>
          <a:p>
            <a:r>
              <a:rPr lang="en-US" dirty="0" err="1"/>
              <a:t>Trt</a:t>
            </a:r>
            <a:endParaRPr lang="en-US" dirty="0"/>
          </a:p>
          <a:p>
            <a:r>
              <a:rPr lang="en-US" dirty="0"/>
              <a:t>Int</a:t>
            </a:r>
          </a:p>
        </p:txBody>
      </p:sp>
      <p:sp>
        <p:nvSpPr>
          <p:cNvPr id="7" name="TextBox 6">
            <a:extLst>
              <a:ext uri="{FF2B5EF4-FFF2-40B4-BE49-F238E27FC236}">
                <a16:creationId xmlns:a16="http://schemas.microsoft.com/office/drawing/2014/main" id="{8AAE143C-150F-1E0C-DCC3-FED448DC4CAB}"/>
              </a:ext>
            </a:extLst>
          </p:cNvPr>
          <p:cNvSpPr txBox="1"/>
          <p:nvPr/>
        </p:nvSpPr>
        <p:spPr>
          <a:xfrm>
            <a:off x="7506834" y="5486400"/>
            <a:ext cx="834190" cy="923330"/>
          </a:xfrm>
          <a:prstGeom prst="rect">
            <a:avLst/>
          </a:prstGeom>
          <a:noFill/>
        </p:spPr>
        <p:txBody>
          <a:bodyPr wrap="square" rtlCol="0">
            <a:spAutoFit/>
          </a:bodyPr>
          <a:lstStyle/>
          <a:p>
            <a:r>
              <a:rPr lang="en-US" b="1" dirty="0"/>
              <a:t>Pop</a:t>
            </a:r>
          </a:p>
          <a:p>
            <a:r>
              <a:rPr lang="en-US" b="1" dirty="0" err="1"/>
              <a:t>Trt</a:t>
            </a:r>
            <a:endParaRPr lang="en-US" b="1" dirty="0"/>
          </a:p>
          <a:p>
            <a:r>
              <a:rPr lang="en-US" b="1" dirty="0"/>
              <a:t>Int</a:t>
            </a:r>
          </a:p>
        </p:txBody>
      </p:sp>
      <p:sp>
        <p:nvSpPr>
          <p:cNvPr id="8" name="TextBox 7">
            <a:extLst>
              <a:ext uri="{FF2B5EF4-FFF2-40B4-BE49-F238E27FC236}">
                <a16:creationId xmlns:a16="http://schemas.microsoft.com/office/drawing/2014/main" id="{7D67F609-3B03-59D6-B390-8211A922CD3F}"/>
              </a:ext>
            </a:extLst>
          </p:cNvPr>
          <p:cNvSpPr txBox="1"/>
          <p:nvPr/>
        </p:nvSpPr>
        <p:spPr>
          <a:xfrm>
            <a:off x="1109988" y="160421"/>
            <a:ext cx="834190" cy="923330"/>
          </a:xfrm>
          <a:prstGeom prst="rect">
            <a:avLst/>
          </a:prstGeom>
          <a:noFill/>
        </p:spPr>
        <p:txBody>
          <a:bodyPr wrap="square" rtlCol="0">
            <a:spAutoFit/>
          </a:bodyPr>
          <a:lstStyle/>
          <a:p>
            <a:r>
              <a:rPr lang="en-US" dirty="0"/>
              <a:t>Pop</a:t>
            </a:r>
          </a:p>
          <a:p>
            <a:r>
              <a:rPr lang="en-US" b="1" dirty="0" err="1"/>
              <a:t>Trt</a:t>
            </a:r>
            <a:endParaRPr lang="en-US" b="1" dirty="0"/>
          </a:p>
          <a:p>
            <a:r>
              <a:rPr lang="en-US" b="1" dirty="0"/>
              <a:t>Int</a:t>
            </a:r>
          </a:p>
        </p:txBody>
      </p:sp>
      <p:sp>
        <p:nvSpPr>
          <p:cNvPr id="9" name="TextBox 8">
            <a:extLst>
              <a:ext uri="{FF2B5EF4-FFF2-40B4-BE49-F238E27FC236}">
                <a16:creationId xmlns:a16="http://schemas.microsoft.com/office/drawing/2014/main" id="{75A6D8C2-48E4-4C4D-156C-D76050F9B477}"/>
              </a:ext>
            </a:extLst>
          </p:cNvPr>
          <p:cNvSpPr txBox="1"/>
          <p:nvPr/>
        </p:nvSpPr>
        <p:spPr>
          <a:xfrm>
            <a:off x="6853405" y="160421"/>
            <a:ext cx="834190" cy="923330"/>
          </a:xfrm>
          <a:prstGeom prst="rect">
            <a:avLst/>
          </a:prstGeom>
          <a:noFill/>
        </p:spPr>
        <p:txBody>
          <a:bodyPr wrap="square" rtlCol="0">
            <a:spAutoFit/>
          </a:bodyPr>
          <a:lstStyle/>
          <a:p>
            <a:r>
              <a:rPr lang="en-US" b="1" dirty="0"/>
              <a:t>Pop</a:t>
            </a:r>
          </a:p>
          <a:p>
            <a:r>
              <a:rPr lang="en-US" b="1" dirty="0" err="1"/>
              <a:t>Trt</a:t>
            </a:r>
            <a:endParaRPr lang="en-US" b="1" dirty="0"/>
          </a:p>
          <a:p>
            <a:r>
              <a:rPr lang="en-US" b="1" dirty="0"/>
              <a:t>Int</a:t>
            </a:r>
          </a:p>
        </p:txBody>
      </p:sp>
    </p:spTree>
    <p:extLst>
      <p:ext uri="{BB962C8B-B14F-4D97-AF65-F5344CB8AC3E}">
        <p14:creationId xmlns:p14="http://schemas.microsoft.com/office/powerpoint/2010/main" val="33778049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 name="Picture 80">
            <a:extLst>
              <a:ext uri="{FF2B5EF4-FFF2-40B4-BE49-F238E27FC236}">
                <a16:creationId xmlns:a16="http://schemas.microsoft.com/office/drawing/2014/main" id="{32CE3BE7-3314-8039-AE75-A49D60E242A3}"/>
              </a:ext>
            </a:extLst>
          </p:cNvPr>
          <p:cNvPicPr>
            <a:picLocks noChangeAspect="1"/>
          </p:cNvPicPr>
          <p:nvPr/>
        </p:nvPicPr>
        <p:blipFill>
          <a:blip r:embed="rId3"/>
          <a:stretch>
            <a:fillRect/>
          </a:stretch>
        </p:blipFill>
        <p:spPr>
          <a:xfrm>
            <a:off x="342264" y="1573357"/>
            <a:ext cx="3975258" cy="3657600"/>
          </a:xfrm>
          <a:prstGeom prst="rect">
            <a:avLst/>
          </a:prstGeom>
        </p:spPr>
      </p:pic>
      <p:pic>
        <p:nvPicPr>
          <p:cNvPr id="83" name="Picture 82">
            <a:extLst>
              <a:ext uri="{FF2B5EF4-FFF2-40B4-BE49-F238E27FC236}">
                <a16:creationId xmlns:a16="http://schemas.microsoft.com/office/drawing/2014/main" id="{800303A3-AEAE-22BF-4608-B4F526AC2CEA}"/>
              </a:ext>
            </a:extLst>
          </p:cNvPr>
          <p:cNvPicPr>
            <a:picLocks noChangeAspect="1"/>
          </p:cNvPicPr>
          <p:nvPr/>
        </p:nvPicPr>
        <p:blipFill>
          <a:blip r:embed="rId4"/>
          <a:stretch>
            <a:fillRect/>
          </a:stretch>
        </p:blipFill>
        <p:spPr>
          <a:xfrm>
            <a:off x="4317522" y="1573357"/>
            <a:ext cx="4002484" cy="3657600"/>
          </a:xfrm>
          <a:prstGeom prst="rect">
            <a:avLst/>
          </a:prstGeom>
        </p:spPr>
      </p:pic>
      <p:pic>
        <p:nvPicPr>
          <p:cNvPr id="85" name="Picture 84">
            <a:extLst>
              <a:ext uri="{FF2B5EF4-FFF2-40B4-BE49-F238E27FC236}">
                <a16:creationId xmlns:a16="http://schemas.microsoft.com/office/drawing/2014/main" id="{817D8B98-79BE-201F-A134-54A69E200ABD}"/>
              </a:ext>
            </a:extLst>
          </p:cNvPr>
          <p:cNvPicPr>
            <a:picLocks noChangeAspect="1"/>
          </p:cNvPicPr>
          <p:nvPr/>
        </p:nvPicPr>
        <p:blipFill>
          <a:blip r:embed="rId5"/>
          <a:stretch>
            <a:fillRect/>
          </a:stretch>
        </p:blipFill>
        <p:spPr>
          <a:xfrm>
            <a:off x="8320006" y="1646319"/>
            <a:ext cx="3823064" cy="3657600"/>
          </a:xfrm>
          <a:prstGeom prst="rect">
            <a:avLst/>
          </a:prstGeom>
        </p:spPr>
      </p:pic>
      <p:pic>
        <p:nvPicPr>
          <p:cNvPr id="87" name="Picture 86">
            <a:extLst>
              <a:ext uri="{FF2B5EF4-FFF2-40B4-BE49-F238E27FC236}">
                <a16:creationId xmlns:a16="http://schemas.microsoft.com/office/drawing/2014/main" id="{EF708261-5437-2F9A-2C5E-6508A311F830}"/>
              </a:ext>
            </a:extLst>
          </p:cNvPr>
          <p:cNvPicPr>
            <a:picLocks noChangeAspect="1"/>
          </p:cNvPicPr>
          <p:nvPr/>
        </p:nvPicPr>
        <p:blipFill>
          <a:blip r:embed="rId6"/>
          <a:stretch>
            <a:fillRect/>
          </a:stretch>
        </p:blipFill>
        <p:spPr>
          <a:xfrm>
            <a:off x="2688322" y="5329833"/>
            <a:ext cx="3818178" cy="3657600"/>
          </a:xfrm>
          <a:prstGeom prst="rect">
            <a:avLst/>
          </a:prstGeom>
        </p:spPr>
      </p:pic>
      <p:pic>
        <p:nvPicPr>
          <p:cNvPr id="89" name="Picture 88">
            <a:extLst>
              <a:ext uri="{FF2B5EF4-FFF2-40B4-BE49-F238E27FC236}">
                <a16:creationId xmlns:a16="http://schemas.microsoft.com/office/drawing/2014/main" id="{42E945C1-3448-267A-24B3-DB238920193C}"/>
              </a:ext>
            </a:extLst>
          </p:cNvPr>
          <p:cNvPicPr>
            <a:picLocks noChangeAspect="1"/>
          </p:cNvPicPr>
          <p:nvPr/>
        </p:nvPicPr>
        <p:blipFill>
          <a:blip r:embed="rId7"/>
          <a:stretch>
            <a:fillRect/>
          </a:stretch>
        </p:blipFill>
        <p:spPr>
          <a:xfrm>
            <a:off x="6506500" y="5265665"/>
            <a:ext cx="4035972" cy="3657600"/>
          </a:xfrm>
          <a:prstGeom prst="rect">
            <a:avLst/>
          </a:prstGeom>
        </p:spPr>
      </p:pic>
      <p:sp>
        <p:nvSpPr>
          <p:cNvPr id="12" name="TextBox 11">
            <a:extLst>
              <a:ext uri="{FF2B5EF4-FFF2-40B4-BE49-F238E27FC236}">
                <a16:creationId xmlns:a16="http://schemas.microsoft.com/office/drawing/2014/main" id="{AA75732E-3520-9A2C-E11D-D1BE32D13DD2}"/>
              </a:ext>
            </a:extLst>
          </p:cNvPr>
          <p:cNvSpPr txBox="1"/>
          <p:nvPr/>
        </p:nvSpPr>
        <p:spPr>
          <a:xfrm>
            <a:off x="1267327" y="641549"/>
            <a:ext cx="834190" cy="1200329"/>
          </a:xfrm>
          <a:prstGeom prst="rect">
            <a:avLst/>
          </a:prstGeom>
          <a:noFill/>
        </p:spPr>
        <p:txBody>
          <a:bodyPr wrap="square" rtlCol="0">
            <a:spAutoFit/>
          </a:bodyPr>
          <a:lstStyle/>
          <a:p>
            <a:r>
              <a:rPr lang="en-US" dirty="0"/>
              <a:t>2021</a:t>
            </a:r>
          </a:p>
          <a:p>
            <a:r>
              <a:rPr lang="en-US" dirty="0"/>
              <a:t>Pop</a:t>
            </a:r>
          </a:p>
          <a:p>
            <a:r>
              <a:rPr lang="en-US" b="1" dirty="0" err="1"/>
              <a:t>Trt</a:t>
            </a:r>
            <a:endParaRPr lang="en-US" b="1" dirty="0"/>
          </a:p>
          <a:p>
            <a:r>
              <a:rPr lang="en-US" b="1" dirty="0"/>
              <a:t>Int</a:t>
            </a:r>
          </a:p>
        </p:txBody>
      </p:sp>
      <p:sp>
        <p:nvSpPr>
          <p:cNvPr id="14" name="TextBox 13">
            <a:extLst>
              <a:ext uri="{FF2B5EF4-FFF2-40B4-BE49-F238E27FC236}">
                <a16:creationId xmlns:a16="http://schemas.microsoft.com/office/drawing/2014/main" id="{C5AC2CDE-19F0-D7B0-680A-8692383CEEE2}"/>
              </a:ext>
            </a:extLst>
          </p:cNvPr>
          <p:cNvSpPr txBox="1"/>
          <p:nvPr/>
        </p:nvSpPr>
        <p:spPr>
          <a:xfrm>
            <a:off x="2159484" y="641548"/>
            <a:ext cx="834190" cy="1200329"/>
          </a:xfrm>
          <a:prstGeom prst="rect">
            <a:avLst/>
          </a:prstGeom>
          <a:noFill/>
        </p:spPr>
        <p:txBody>
          <a:bodyPr wrap="square" rtlCol="0">
            <a:spAutoFit/>
          </a:bodyPr>
          <a:lstStyle/>
          <a:p>
            <a:r>
              <a:rPr lang="en-US" dirty="0"/>
              <a:t>2022</a:t>
            </a:r>
          </a:p>
          <a:p>
            <a:r>
              <a:rPr lang="en-US" b="1" dirty="0"/>
              <a:t>Pop</a:t>
            </a:r>
          </a:p>
          <a:p>
            <a:r>
              <a:rPr lang="en-US" b="1" dirty="0" err="1"/>
              <a:t>Trt</a:t>
            </a:r>
            <a:endParaRPr lang="en-US" b="1" dirty="0"/>
          </a:p>
          <a:p>
            <a:r>
              <a:rPr lang="en-US" b="1" dirty="0"/>
              <a:t>Int</a:t>
            </a:r>
          </a:p>
        </p:txBody>
      </p:sp>
      <p:sp>
        <p:nvSpPr>
          <p:cNvPr id="16" name="TextBox 15">
            <a:extLst>
              <a:ext uri="{FF2B5EF4-FFF2-40B4-BE49-F238E27FC236}">
                <a16:creationId xmlns:a16="http://schemas.microsoft.com/office/drawing/2014/main" id="{73817F67-40D5-44A7-3465-2F84E4AA7EA7}"/>
              </a:ext>
            </a:extLst>
          </p:cNvPr>
          <p:cNvSpPr txBox="1"/>
          <p:nvPr/>
        </p:nvSpPr>
        <p:spPr>
          <a:xfrm>
            <a:off x="5203843" y="445991"/>
            <a:ext cx="834190" cy="1200329"/>
          </a:xfrm>
          <a:prstGeom prst="rect">
            <a:avLst/>
          </a:prstGeom>
          <a:noFill/>
        </p:spPr>
        <p:txBody>
          <a:bodyPr wrap="square" rtlCol="0">
            <a:spAutoFit/>
          </a:bodyPr>
          <a:lstStyle/>
          <a:p>
            <a:r>
              <a:rPr lang="en-US" dirty="0"/>
              <a:t>2021</a:t>
            </a:r>
          </a:p>
          <a:p>
            <a:r>
              <a:rPr lang="en-US" dirty="0"/>
              <a:t>Pop</a:t>
            </a:r>
          </a:p>
          <a:p>
            <a:r>
              <a:rPr lang="en-US" b="1" dirty="0" err="1"/>
              <a:t>Trt</a:t>
            </a:r>
            <a:endParaRPr lang="en-US" b="1" dirty="0"/>
          </a:p>
          <a:p>
            <a:r>
              <a:rPr lang="en-US" b="1" dirty="0"/>
              <a:t>Int</a:t>
            </a:r>
          </a:p>
        </p:txBody>
      </p:sp>
      <p:sp>
        <p:nvSpPr>
          <p:cNvPr id="18" name="TextBox 17">
            <a:extLst>
              <a:ext uri="{FF2B5EF4-FFF2-40B4-BE49-F238E27FC236}">
                <a16:creationId xmlns:a16="http://schemas.microsoft.com/office/drawing/2014/main" id="{D5CFEBC4-CBA0-5C32-85C5-26CFE451F82B}"/>
              </a:ext>
            </a:extLst>
          </p:cNvPr>
          <p:cNvSpPr txBox="1"/>
          <p:nvPr/>
        </p:nvSpPr>
        <p:spPr>
          <a:xfrm>
            <a:off x="6096000" y="445990"/>
            <a:ext cx="834190" cy="1200329"/>
          </a:xfrm>
          <a:prstGeom prst="rect">
            <a:avLst/>
          </a:prstGeom>
          <a:noFill/>
        </p:spPr>
        <p:txBody>
          <a:bodyPr wrap="square" rtlCol="0">
            <a:spAutoFit/>
          </a:bodyPr>
          <a:lstStyle/>
          <a:p>
            <a:r>
              <a:rPr lang="en-US" dirty="0"/>
              <a:t>2022</a:t>
            </a:r>
          </a:p>
          <a:p>
            <a:r>
              <a:rPr lang="en-US" b="1" dirty="0"/>
              <a:t>Pop</a:t>
            </a:r>
          </a:p>
          <a:p>
            <a:r>
              <a:rPr lang="en-US" b="1" dirty="0" err="1"/>
              <a:t>Trt</a:t>
            </a:r>
            <a:endParaRPr lang="en-US" b="1" dirty="0"/>
          </a:p>
          <a:p>
            <a:r>
              <a:rPr lang="en-US" b="1" dirty="0"/>
              <a:t>Int</a:t>
            </a:r>
          </a:p>
        </p:txBody>
      </p:sp>
      <p:sp>
        <p:nvSpPr>
          <p:cNvPr id="20" name="TextBox 19">
            <a:extLst>
              <a:ext uri="{FF2B5EF4-FFF2-40B4-BE49-F238E27FC236}">
                <a16:creationId xmlns:a16="http://schemas.microsoft.com/office/drawing/2014/main" id="{A6C82F68-AA71-6C67-97A4-9C4C98874A08}"/>
              </a:ext>
            </a:extLst>
          </p:cNvPr>
          <p:cNvSpPr txBox="1"/>
          <p:nvPr/>
        </p:nvSpPr>
        <p:spPr>
          <a:xfrm>
            <a:off x="9214369" y="641548"/>
            <a:ext cx="834190" cy="1200329"/>
          </a:xfrm>
          <a:prstGeom prst="rect">
            <a:avLst/>
          </a:prstGeom>
          <a:noFill/>
        </p:spPr>
        <p:txBody>
          <a:bodyPr wrap="square" rtlCol="0">
            <a:spAutoFit/>
          </a:bodyPr>
          <a:lstStyle/>
          <a:p>
            <a:r>
              <a:rPr lang="en-US" dirty="0"/>
              <a:t>2021</a:t>
            </a:r>
          </a:p>
          <a:p>
            <a:r>
              <a:rPr lang="en-US" b="1" dirty="0"/>
              <a:t>Pop</a:t>
            </a:r>
          </a:p>
          <a:p>
            <a:r>
              <a:rPr lang="en-US" b="1" dirty="0" err="1"/>
              <a:t>Trt</a:t>
            </a:r>
            <a:endParaRPr lang="en-US" b="1" dirty="0"/>
          </a:p>
          <a:p>
            <a:r>
              <a:rPr lang="en-US" dirty="0"/>
              <a:t>Int</a:t>
            </a:r>
          </a:p>
        </p:txBody>
      </p:sp>
      <p:sp>
        <p:nvSpPr>
          <p:cNvPr id="22" name="TextBox 21">
            <a:extLst>
              <a:ext uri="{FF2B5EF4-FFF2-40B4-BE49-F238E27FC236}">
                <a16:creationId xmlns:a16="http://schemas.microsoft.com/office/drawing/2014/main" id="{73B1B1EA-571E-FA7F-6E13-AD4DB930FC1E}"/>
              </a:ext>
            </a:extLst>
          </p:cNvPr>
          <p:cNvSpPr txBox="1"/>
          <p:nvPr/>
        </p:nvSpPr>
        <p:spPr>
          <a:xfrm>
            <a:off x="10106526" y="641547"/>
            <a:ext cx="834190" cy="1200329"/>
          </a:xfrm>
          <a:prstGeom prst="rect">
            <a:avLst/>
          </a:prstGeom>
          <a:noFill/>
        </p:spPr>
        <p:txBody>
          <a:bodyPr wrap="square" rtlCol="0">
            <a:spAutoFit/>
          </a:bodyPr>
          <a:lstStyle/>
          <a:p>
            <a:r>
              <a:rPr lang="en-US" dirty="0"/>
              <a:t>2022</a:t>
            </a:r>
          </a:p>
          <a:p>
            <a:r>
              <a:rPr lang="en-US" b="1" dirty="0"/>
              <a:t>Pop</a:t>
            </a:r>
          </a:p>
          <a:p>
            <a:r>
              <a:rPr lang="en-US" dirty="0" err="1"/>
              <a:t>Trt</a:t>
            </a:r>
            <a:endParaRPr lang="en-US" dirty="0"/>
          </a:p>
          <a:p>
            <a:r>
              <a:rPr lang="en-US" dirty="0"/>
              <a:t>Int</a:t>
            </a:r>
          </a:p>
        </p:txBody>
      </p:sp>
      <p:sp>
        <p:nvSpPr>
          <p:cNvPr id="24" name="TextBox 23">
            <a:extLst>
              <a:ext uri="{FF2B5EF4-FFF2-40B4-BE49-F238E27FC236}">
                <a16:creationId xmlns:a16="http://schemas.microsoft.com/office/drawing/2014/main" id="{09FB524A-CC26-5DBC-620B-9EEEFF81BA9F}"/>
              </a:ext>
            </a:extLst>
          </p:cNvPr>
          <p:cNvSpPr txBox="1"/>
          <p:nvPr/>
        </p:nvSpPr>
        <p:spPr>
          <a:xfrm>
            <a:off x="3509581" y="8987433"/>
            <a:ext cx="834190" cy="1200329"/>
          </a:xfrm>
          <a:prstGeom prst="rect">
            <a:avLst/>
          </a:prstGeom>
          <a:noFill/>
        </p:spPr>
        <p:txBody>
          <a:bodyPr wrap="square" rtlCol="0">
            <a:spAutoFit/>
          </a:bodyPr>
          <a:lstStyle/>
          <a:p>
            <a:r>
              <a:rPr lang="en-US" dirty="0"/>
              <a:t>2021</a:t>
            </a:r>
          </a:p>
          <a:p>
            <a:r>
              <a:rPr lang="en-US" dirty="0"/>
              <a:t>Pop</a:t>
            </a:r>
          </a:p>
          <a:p>
            <a:r>
              <a:rPr lang="en-US" b="1" dirty="0" err="1"/>
              <a:t>Trt</a:t>
            </a:r>
            <a:endParaRPr lang="en-US" b="1" dirty="0"/>
          </a:p>
          <a:p>
            <a:r>
              <a:rPr lang="en-US" b="1" dirty="0"/>
              <a:t>Int</a:t>
            </a:r>
          </a:p>
        </p:txBody>
      </p:sp>
      <p:sp>
        <p:nvSpPr>
          <p:cNvPr id="26" name="TextBox 25">
            <a:extLst>
              <a:ext uri="{FF2B5EF4-FFF2-40B4-BE49-F238E27FC236}">
                <a16:creationId xmlns:a16="http://schemas.microsoft.com/office/drawing/2014/main" id="{BDA3622B-F1D8-D18F-F930-3B689BD4BB10}"/>
              </a:ext>
            </a:extLst>
          </p:cNvPr>
          <p:cNvSpPr txBox="1"/>
          <p:nvPr/>
        </p:nvSpPr>
        <p:spPr>
          <a:xfrm>
            <a:off x="4401738" y="8987432"/>
            <a:ext cx="834190" cy="1200329"/>
          </a:xfrm>
          <a:prstGeom prst="rect">
            <a:avLst/>
          </a:prstGeom>
          <a:noFill/>
        </p:spPr>
        <p:txBody>
          <a:bodyPr wrap="square" rtlCol="0">
            <a:spAutoFit/>
          </a:bodyPr>
          <a:lstStyle/>
          <a:p>
            <a:r>
              <a:rPr lang="en-US" dirty="0"/>
              <a:t>2022</a:t>
            </a:r>
          </a:p>
          <a:p>
            <a:r>
              <a:rPr lang="en-US" dirty="0"/>
              <a:t>Pop</a:t>
            </a:r>
          </a:p>
          <a:p>
            <a:r>
              <a:rPr lang="en-US" b="1" dirty="0" err="1"/>
              <a:t>Trt</a:t>
            </a:r>
            <a:endParaRPr lang="en-US" b="1" dirty="0"/>
          </a:p>
          <a:p>
            <a:r>
              <a:rPr lang="en-US" b="1" dirty="0"/>
              <a:t>Int</a:t>
            </a:r>
          </a:p>
        </p:txBody>
      </p:sp>
      <p:sp>
        <p:nvSpPr>
          <p:cNvPr id="27" name="TextBox 26">
            <a:extLst>
              <a:ext uri="{FF2B5EF4-FFF2-40B4-BE49-F238E27FC236}">
                <a16:creationId xmlns:a16="http://schemas.microsoft.com/office/drawing/2014/main" id="{8DFD2CBD-4E2D-24E8-2CCC-501E5275A962}"/>
              </a:ext>
            </a:extLst>
          </p:cNvPr>
          <p:cNvSpPr txBox="1"/>
          <p:nvPr/>
        </p:nvSpPr>
        <p:spPr>
          <a:xfrm>
            <a:off x="7385726" y="8987432"/>
            <a:ext cx="834190" cy="1200329"/>
          </a:xfrm>
          <a:prstGeom prst="rect">
            <a:avLst/>
          </a:prstGeom>
          <a:noFill/>
        </p:spPr>
        <p:txBody>
          <a:bodyPr wrap="square" rtlCol="0">
            <a:spAutoFit/>
          </a:bodyPr>
          <a:lstStyle/>
          <a:p>
            <a:r>
              <a:rPr lang="en-US" dirty="0"/>
              <a:t>2021</a:t>
            </a:r>
          </a:p>
          <a:p>
            <a:r>
              <a:rPr lang="en-US" dirty="0"/>
              <a:t>Pop</a:t>
            </a:r>
          </a:p>
          <a:p>
            <a:r>
              <a:rPr lang="en-US" b="1" dirty="0" err="1"/>
              <a:t>Trt</a:t>
            </a:r>
            <a:endParaRPr lang="en-US" b="1" dirty="0"/>
          </a:p>
          <a:p>
            <a:r>
              <a:rPr lang="en-US" b="1" dirty="0"/>
              <a:t>Int</a:t>
            </a:r>
          </a:p>
        </p:txBody>
      </p:sp>
      <p:sp>
        <p:nvSpPr>
          <p:cNvPr id="28" name="TextBox 27">
            <a:extLst>
              <a:ext uri="{FF2B5EF4-FFF2-40B4-BE49-F238E27FC236}">
                <a16:creationId xmlns:a16="http://schemas.microsoft.com/office/drawing/2014/main" id="{4E59C7FF-D40D-0690-F2E1-21E4FCCE11D6}"/>
              </a:ext>
            </a:extLst>
          </p:cNvPr>
          <p:cNvSpPr txBox="1"/>
          <p:nvPr/>
        </p:nvSpPr>
        <p:spPr>
          <a:xfrm>
            <a:off x="8277883" y="8987431"/>
            <a:ext cx="834190" cy="1200329"/>
          </a:xfrm>
          <a:prstGeom prst="rect">
            <a:avLst/>
          </a:prstGeom>
          <a:noFill/>
        </p:spPr>
        <p:txBody>
          <a:bodyPr wrap="square" rtlCol="0">
            <a:spAutoFit/>
          </a:bodyPr>
          <a:lstStyle/>
          <a:p>
            <a:r>
              <a:rPr lang="en-US" dirty="0"/>
              <a:t>2022</a:t>
            </a:r>
          </a:p>
          <a:p>
            <a:r>
              <a:rPr lang="en-US" dirty="0"/>
              <a:t>Pop</a:t>
            </a:r>
          </a:p>
          <a:p>
            <a:r>
              <a:rPr lang="en-US" b="1" dirty="0" err="1"/>
              <a:t>Trt</a:t>
            </a:r>
            <a:endParaRPr lang="en-US" b="1" dirty="0"/>
          </a:p>
          <a:p>
            <a:r>
              <a:rPr lang="en-US" b="1" dirty="0"/>
              <a:t>Int</a:t>
            </a:r>
          </a:p>
        </p:txBody>
      </p:sp>
    </p:spTree>
    <p:extLst>
      <p:ext uri="{BB962C8B-B14F-4D97-AF65-F5344CB8AC3E}">
        <p14:creationId xmlns:p14="http://schemas.microsoft.com/office/powerpoint/2010/main" val="29919719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Picture 28">
            <a:extLst>
              <a:ext uri="{FF2B5EF4-FFF2-40B4-BE49-F238E27FC236}">
                <a16:creationId xmlns:a16="http://schemas.microsoft.com/office/drawing/2014/main" id="{06F1C32B-DD9B-6DE7-7FD5-E7464E07E742}"/>
              </a:ext>
            </a:extLst>
          </p:cNvPr>
          <p:cNvPicPr>
            <a:picLocks noChangeAspect="1"/>
          </p:cNvPicPr>
          <p:nvPr/>
        </p:nvPicPr>
        <p:blipFill rotWithShape="1">
          <a:blip r:embed="rId3"/>
          <a:srcRect t="3486"/>
          <a:stretch/>
        </p:blipFill>
        <p:spPr>
          <a:xfrm>
            <a:off x="6046619" y="0"/>
            <a:ext cx="6121524" cy="5295129"/>
          </a:xfrm>
          <a:prstGeom prst="rect">
            <a:avLst/>
          </a:prstGeom>
        </p:spPr>
      </p:pic>
      <p:pic>
        <p:nvPicPr>
          <p:cNvPr id="33" name="Picture 32">
            <a:extLst>
              <a:ext uri="{FF2B5EF4-FFF2-40B4-BE49-F238E27FC236}">
                <a16:creationId xmlns:a16="http://schemas.microsoft.com/office/drawing/2014/main" id="{08FE9FD3-84FB-7C98-5C76-62D42F5B2FD3}"/>
              </a:ext>
            </a:extLst>
          </p:cNvPr>
          <p:cNvPicPr>
            <a:picLocks noChangeAspect="1"/>
          </p:cNvPicPr>
          <p:nvPr/>
        </p:nvPicPr>
        <p:blipFill>
          <a:blip r:embed="rId4"/>
          <a:stretch>
            <a:fillRect/>
          </a:stretch>
        </p:blipFill>
        <p:spPr>
          <a:xfrm>
            <a:off x="99931" y="5486400"/>
            <a:ext cx="6036381" cy="5486400"/>
          </a:xfrm>
          <a:prstGeom prst="rect">
            <a:avLst/>
          </a:prstGeom>
        </p:spPr>
      </p:pic>
      <p:pic>
        <p:nvPicPr>
          <p:cNvPr id="37" name="Picture 36">
            <a:extLst>
              <a:ext uri="{FF2B5EF4-FFF2-40B4-BE49-F238E27FC236}">
                <a16:creationId xmlns:a16="http://schemas.microsoft.com/office/drawing/2014/main" id="{914F39CC-18F3-2E9F-B388-8CE8E64499BB}"/>
              </a:ext>
            </a:extLst>
          </p:cNvPr>
          <p:cNvPicPr>
            <a:picLocks noChangeAspect="1"/>
          </p:cNvPicPr>
          <p:nvPr/>
        </p:nvPicPr>
        <p:blipFill>
          <a:blip r:embed="rId5"/>
          <a:stretch>
            <a:fillRect/>
          </a:stretch>
        </p:blipFill>
        <p:spPr>
          <a:xfrm>
            <a:off x="6096000" y="5486400"/>
            <a:ext cx="6049797" cy="5486400"/>
          </a:xfrm>
          <a:prstGeom prst="rect">
            <a:avLst/>
          </a:prstGeom>
        </p:spPr>
      </p:pic>
      <p:pic>
        <p:nvPicPr>
          <p:cNvPr id="2" name="Picture 1">
            <a:extLst>
              <a:ext uri="{FF2B5EF4-FFF2-40B4-BE49-F238E27FC236}">
                <a16:creationId xmlns:a16="http://schemas.microsoft.com/office/drawing/2014/main" id="{517B2EAF-D7DD-12E7-168C-527DF52AC928}"/>
              </a:ext>
            </a:extLst>
          </p:cNvPr>
          <p:cNvPicPr>
            <a:picLocks noChangeAspect="1"/>
          </p:cNvPicPr>
          <p:nvPr/>
        </p:nvPicPr>
        <p:blipFill>
          <a:blip r:embed="rId6"/>
          <a:stretch>
            <a:fillRect/>
          </a:stretch>
        </p:blipFill>
        <p:spPr>
          <a:xfrm>
            <a:off x="49421" y="0"/>
            <a:ext cx="6086891" cy="5486400"/>
          </a:xfrm>
          <a:prstGeom prst="rect">
            <a:avLst/>
          </a:prstGeom>
        </p:spPr>
      </p:pic>
      <p:sp>
        <p:nvSpPr>
          <p:cNvPr id="3" name="TextBox 2">
            <a:extLst>
              <a:ext uri="{FF2B5EF4-FFF2-40B4-BE49-F238E27FC236}">
                <a16:creationId xmlns:a16="http://schemas.microsoft.com/office/drawing/2014/main" id="{D6B79B7F-6C0B-14F6-4187-DB80F2ADF2E1}"/>
              </a:ext>
            </a:extLst>
          </p:cNvPr>
          <p:cNvSpPr txBox="1"/>
          <p:nvPr/>
        </p:nvSpPr>
        <p:spPr>
          <a:xfrm>
            <a:off x="1109988" y="160421"/>
            <a:ext cx="834190" cy="923330"/>
          </a:xfrm>
          <a:prstGeom prst="rect">
            <a:avLst/>
          </a:prstGeom>
          <a:noFill/>
        </p:spPr>
        <p:txBody>
          <a:bodyPr wrap="square" rtlCol="0">
            <a:spAutoFit/>
          </a:bodyPr>
          <a:lstStyle/>
          <a:p>
            <a:r>
              <a:rPr lang="en-US" b="1" dirty="0"/>
              <a:t>Pop</a:t>
            </a:r>
          </a:p>
          <a:p>
            <a:r>
              <a:rPr lang="en-US" b="1" dirty="0" err="1"/>
              <a:t>Trt</a:t>
            </a:r>
            <a:endParaRPr lang="en-US" b="1" dirty="0"/>
          </a:p>
          <a:p>
            <a:r>
              <a:rPr lang="en-US" b="1" dirty="0"/>
              <a:t>Int</a:t>
            </a:r>
          </a:p>
        </p:txBody>
      </p:sp>
      <p:sp>
        <p:nvSpPr>
          <p:cNvPr id="4" name="TextBox 3">
            <a:extLst>
              <a:ext uri="{FF2B5EF4-FFF2-40B4-BE49-F238E27FC236}">
                <a16:creationId xmlns:a16="http://schemas.microsoft.com/office/drawing/2014/main" id="{7B30EAF8-C816-80F1-5729-01757C2C262C}"/>
              </a:ext>
            </a:extLst>
          </p:cNvPr>
          <p:cNvSpPr txBox="1"/>
          <p:nvPr/>
        </p:nvSpPr>
        <p:spPr>
          <a:xfrm>
            <a:off x="7165883" y="3537284"/>
            <a:ext cx="834190" cy="923330"/>
          </a:xfrm>
          <a:prstGeom prst="rect">
            <a:avLst/>
          </a:prstGeom>
          <a:noFill/>
        </p:spPr>
        <p:txBody>
          <a:bodyPr wrap="square" rtlCol="0">
            <a:spAutoFit/>
          </a:bodyPr>
          <a:lstStyle/>
          <a:p>
            <a:r>
              <a:rPr lang="en-US" b="1" dirty="0"/>
              <a:t>Pop</a:t>
            </a:r>
          </a:p>
          <a:p>
            <a:r>
              <a:rPr lang="en-US" b="1" dirty="0" err="1"/>
              <a:t>Trt</a:t>
            </a:r>
            <a:endParaRPr lang="en-US" b="1" dirty="0"/>
          </a:p>
          <a:p>
            <a:r>
              <a:rPr lang="en-US" b="1" dirty="0"/>
              <a:t>Int</a:t>
            </a:r>
          </a:p>
        </p:txBody>
      </p:sp>
      <p:sp>
        <p:nvSpPr>
          <p:cNvPr id="5" name="TextBox 4">
            <a:extLst>
              <a:ext uri="{FF2B5EF4-FFF2-40B4-BE49-F238E27FC236}">
                <a16:creationId xmlns:a16="http://schemas.microsoft.com/office/drawing/2014/main" id="{CF35167E-9778-72AA-9787-1CC9179AA782}"/>
              </a:ext>
            </a:extLst>
          </p:cNvPr>
          <p:cNvSpPr txBox="1"/>
          <p:nvPr/>
        </p:nvSpPr>
        <p:spPr>
          <a:xfrm>
            <a:off x="1161198" y="5686601"/>
            <a:ext cx="834190" cy="923330"/>
          </a:xfrm>
          <a:prstGeom prst="rect">
            <a:avLst/>
          </a:prstGeom>
          <a:noFill/>
        </p:spPr>
        <p:txBody>
          <a:bodyPr wrap="square" rtlCol="0">
            <a:spAutoFit/>
          </a:bodyPr>
          <a:lstStyle/>
          <a:p>
            <a:r>
              <a:rPr lang="en-US" b="1" dirty="0"/>
              <a:t>Pop</a:t>
            </a:r>
          </a:p>
          <a:p>
            <a:r>
              <a:rPr lang="en-US" b="1" dirty="0" err="1"/>
              <a:t>Trt</a:t>
            </a:r>
            <a:endParaRPr lang="en-US" b="1" dirty="0"/>
          </a:p>
          <a:p>
            <a:r>
              <a:rPr lang="en-US" b="1" dirty="0"/>
              <a:t>Int</a:t>
            </a:r>
          </a:p>
        </p:txBody>
      </p:sp>
      <p:sp>
        <p:nvSpPr>
          <p:cNvPr id="6" name="TextBox 5">
            <a:extLst>
              <a:ext uri="{FF2B5EF4-FFF2-40B4-BE49-F238E27FC236}">
                <a16:creationId xmlns:a16="http://schemas.microsoft.com/office/drawing/2014/main" id="{CFAB82B1-8110-ECE1-B36C-42B47EC0F88B}"/>
              </a:ext>
            </a:extLst>
          </p:cNvPr>
          <p:cNvSpPr txBox="1"/>
          <p:nvPr/>
        </p:nvSpPr>
        <p:spPr>
          <a:xfrm>
            <a:off x="7157267" y="5527414"/>
            <a:ext cx="834190" cy="646331"/>
          </a:xfrm>
          <a:prstGeom prst="rect">
            <a:avLst/>
          </a:prstGeom>
          <a:noFill/>
        </p:spPr>
        <p:txBody>
          <a:bodyPr wrap="square" rtlCol="0">
            <a:spAutoFit/>
          </a:bodyPr>
          <a:lstStyle/>
          <a:p>
            <a:r>
              <a:rPr lang="en-US" dirty="0"/>
              <a:t>No model</a:t>
            </a:r>
          </a:p>
        </p:txBody>
      </p:sp>
    </p:spTree>
    <p:extLst>
      <p:ext uri="{BB962C8B-B14F-4D97-AF65-F5344CB8AC3E}">
        <p14:creationId xmlns:p14="http://schemas.microsoft.com/office/powerpoint/2010/main" val="9105306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68D4064-C5AD-A0B4-5F78-74A46FEA1FD5}"/>
              </a:ext>
            </a:extLst>
          </p:cNvPr>
          <p:cNvPicPr>
            <a:picLocks noChangeAspect="1"/>
          </p:cNvPicPr>
          <p:nvPr/>
        </p:nvPicPr>
        <p:blipFill>
          <a:blip r:embed="rId3"/>
          <a:stretch>
            <a:fillRect/>
          </a:stretch>
        </p:blipFill>
        <p:spPr>
          <a:xfrm>
            <a:off x="15000" y="1716503"/>
            <a:ext cx="4090033" cy="3657600"/>
          </a:xfrm>
          <a:prstGeom prst="rect">
            <a:avLst/>
          </a:prstGeom>
        </p:spPr>
      </p:pic>
      <p:pic>
        <p:nvPicPr>
          <p:cNvPr id="15" name="Picture 14">
            <a:extLst>
              <a:ext uri="{FF2B5EF4-FFF2-40B4-BE49-F238E27FC236}">
                <a16:creationId xmlns:a16="http://schemas.microsoft.com/office/drawing/2014/main" id="{302942E2-E392-490C-BA2F-D92669DA546C}"/>
              </a:ext>
            </a:extLst>
          </p:cNvPr>
          <p:cNvPicPr>
            <a:picLocks noChangeAspect="1"/>
          </p:cNvPicPr>
          <p:nvPr/>
        </p:nvPicPr>
        <p:blipFill>
          <a:blip r:embed="rId4"/>
          <a:stretch>
            <a:fillRect/>
          </a:stretch>
        </p:blipFill>
        <p:spPr>
          <a:xfrm>
            <a:off x="4048677" y="1588166"/>
            <a:ext cx="4124126" cy="3657600"/>
          </a:xfrm>
          <a:prstGeom prst="rect">
            <a:avLst/>
          </a:prstGeom>
        </p:spPr>
      </p:pic>
      <p:pic>
        <p:nvPicPr>
          <p:cNvPr id="17" name="Picture 16">
            <a:extLst>
              <a:ext uri="{FF2B5EF4-FFF2-40B4-BE49-F238E27FC236}">
                <a16:creationId xmlns:a16="http://schemas.microsoft.com/office/drawing/2014/main" id="{E19C4F58-533A-D669-C69D-D3AC4C993CDF}"/>
              </a:ext>
            </a:extLst>
          </p:cNvPr>
          <p:cNvPicPr>
            <a:picLocks noChangeAspect="1"/>
          </p:cNvPicPr>
          <p:nvPr/>
        </p:nvPicPr>
        <p:blipFill>
          <a:blip r:embed="rId5"/>
          <a:stretch>
            <a:fillRect/>
          </a:stretch>
        </p:blipFill>
        <p:spPr>
          <a:xfrm>
            <a:off x="8125324" y="1716503"/>
            <a:ext cx="3983710" cy="3657600"/>
          </a:xfrm>
          <a:prstGeom prst="rect">
            <a:avLst/>
          </a:prstGeom>
        </p:spPr>
      </p:pic>
      <p:pic>
        <p:nvPicPr>
          <p:cNvPr id="45" name="Picture 44">
            <a:extLst>
              <a:ext uri="{FF2B5EF4-FFF2-40B4-BE49-F238E27FC236}">
                <a16:creationId xmlns:a16="http://schemas.microsoft.com/office/drawing/2014/main" id="{C4CA5611-2FEA-5124-C6DE-6B77CAE34BD1}"/>
              </a:ext>
            </a:extLst>
          </p:cNvPr>
          <p:cNvPicPr>
            <a:picLocks noChangeAspect="1"/>
          </p:cNvPicPr>
          <p:nvPr/>
        </p:nvPicPr>
        <p:blipFill>
          <a:blip r:embed="rId6"/>
          <a:stretch>
            <a:fillRect/>
          </a:stretch>
        </p:blipFill>
        <p:spPr>
          <a:xfrm>
            <a:off x="2392545" y="5374103"/>
            <a:ext cx="4069080" cy="3657600"/>
          </a:xfrm>
          <a:prstGeom prst="rect">
            <a:avLst/>
          </a:prstGeom>
        </p:spPr>
      </p:pic>
      <p:pic>
        <p:nvPicPr>
          <p:cNvPr id="47" name="Picture 46">
            <a:extLst>
              <a:ext uri="{FF2B5EF4-FFF2-40B4-BE49-F238E27FC236}">
                <a16:creationId xmlns:a16="http://schemas.microsoft.com/office/drawing/2014/main" id="{E33D3F05-327A-6361-DB74-BEE01C6E8612}"/>
              </a:ext>
            </a:extLst>
          </p:cNvPr>
          <p:cNvPicPr>
            <a:picLocks noChangeAspect="1"/>
          </p:cNvPicPr>
          <p:nvPr/>
        </p:nvPicPr>
        <p:blipFill>
          <a:blip r:embed="rId7"/>
          <a:stretch>
            <a:fillRect/>
          </a:stretch>
        </p:blipFill>
        <p:spPr>
          <a:xfrm>
            <a:off x="6503581" y="5374103"/>
            <a:ext cx="3987678" cy="3657600"/>
          </a:xfrm>
          <a:prstGeom prst="rect">
            <a:avLst/>
          </a:prstGeom>
        </p:spPr>
      </p:pic>
      <p:sp>
        <p:nvSpPr>
          <p:cNvPr id="2" name="TextBox 1">
            <a:extLst>
              <a:ext uri="{FF2B5EF4-FFF2-40B4-BE49-F238E27FC236}">
                <a16:creationId xmlns:a16="http://schemas.microsoft.com/office/drawing/2014/main" id="{EB7FD78B-B59D-009D-F7DC-48A698DDF87E}"/>
              </a:ext>
            </a:extLst>
          </p:cNvPr>
          <p:cNvSpPr txBox="1"/>
          <p:nvPr/>
        </p:nvSpPr>
        <p:spPr>
          <a:xfrm>
            <a:off x="780554" y="3937425"/>
            <a:ext cx="834190" cy="923330"/>
          </a:xfrm>
          <a:prstGeom prst="rect">
            <a:avLst/>
          </a:prstGeom>
          <a:noFill/>
        </p:spPr>
        <p:txBody>
          <a:bodyPr wrap="square" rtlCol="0">
            <a:spAutoFit/>
          </a:bodyPr>
          <a:lstStyle/>
          <a:p>
            <a:r>
              <a:rPr lang="en-US" b="1" dirty="0"/>
              <a:t>Pop</a:t>
            </a:r>
          </a:p>
          <a:p>
            <a:r>
              <a:rPr lang="en-US" b="1" dirty="0" err="1"/>
              <a:t>Trt</a:t>
            </a:r>
            <a:endParaRPr lang="en-US" b="1" dirty="0"/>
          </a:p>
          <a:p>
            <a:r>
              <a:rPr lang="en-US" dirty="0"/>
              <a:t>Int</a:t>
            </a:r>
          </a:p>
        </p:txBody>
      </p:sp>
      <p:sp>
        <p:nvSpPr>
          <p:cNvPr id="3" name="TextBox 2">
            <a:extLst>
              <a:ext uri="{FF2B5EF4-FFF2-40B4-BE49-F238E27FC236}">
                <a16:creationId xmlns:a16="http://schemas.microsoft.com/office/drawing/2014/main" id="{91DE0AF4-C285-73A3-0399-A5A6FF80F8D2}"/>
              </a:ext>
            </a:extLst>
          </p:cNvPr>
          <p:cNvSpPr txBox="1"/>
          <p:nvPr/>
        </p:nvSpPr>
        <p:spPr>
          <a:xfrm>
            <a:off x="4797488" y="3885744"/>
            <a:ext cx="834190" cy="923330"/>
          </a:xfrm>
          <a:prstGeom prst="rect">
            <a:avLst/>
          </a:prstGeom>
          <a:noFill/>
        </p:spPr>
        <p:txBody>
          <a:bodyPr wrap="square" rtlCol="0">
            <a:spAutoFit/>
          </a:bodyPr>
          <a:lstStyle/>
          <a:p>
            <a:r>
              <a:rPr lang="en-US" dirty="0"/>
              <a:t>Pop</a:t>
            </a:r>
          </a:p>
          <a:p>
            <a:r>
              <a:rPr lang="en-US" b="1" dirty="0" err="1"/>
              <a:t>Trt</a:t>
            </a:r>
            <a:endParaRPr lang="en-US" b="1" dirty="0"/>
          </a:p>
          <a:p>
            <a:r>
              <a:rPr lang="en-US" dirty="0"/>
              <a:t>Int</a:t>
            </a:r>
          </a:p>
        </p:txBody>
      </p:sp>
      <p:sp>
        <p:nvSpPr>
          <p:cNvPr id="4" name="TextBox 3">
            <a:extLst>
              <a:ext uri="{FF2B5EF4-FFF2-40B4-BE49-F238E27FC236}">
                <a16:creationId xmlns:a16="http://schemas.microsoft.com/office/drawing/2014/main" id="{EB3FBF4C-7EFB-8016-58A0-FAE1C039EEEE}"/>
              </a:ext>
            </a:extLst>
          </p:cNvPr>
          <p:cNvSpPr txBox="1"/>
          <p:nvPr/>
        </p:nvSpPr>
        <p:spPr>
          <a:xfrm>
            <a:off x="8729988" y="3705726"/>
            <a:ext cx="834190" cy="923330"/>
          </a:xfrm>
          <a:prstGeom prst="rect">
            <a:avLst/>
          </a:prstGeom>
          <a:noFill/>
        </p:spPr>
        <p:txBody>
          <a:bodyPr wrap="square" rtlCol="0">
            <a:spAutoFit/>
          </a:bodyPr>
          <a:lstStyle/>
          <a:p>
            <a:r>
              <a:rPr lang="en-US" dirty="0"/>
              <a:t>Pop</a:t>
            </a:r>
          </a:p>
          <a:p>
            <a:r>
              <a:rPr lang="en-US" b="1" dirty="0" err="1"/>
              <a:t>Trt</a:t>
            </a:r>
            <a:endParaRPr lang="en-US" b="1" dirty="0"/>
          </a:p>
          <a:p>
            <a:r>
              <a:rPr lang="en-US" dirty="0"/>
              <a:t>Int</a:t>
            </a:r>
          </a:p>
        </p:txBody>
      </p:sp>
      <p:sp>
        <p:nvSpPr>
          <p:cNvPr id="5" name="TextBox 4">
            <a:extLst>
              <a:ext uri="{FF2B5EF4-FFF2-40B4-BE49-F238E27FC236}">
                <a16:creationId xmlns:a16="http://schemas.microsoft.com/office/drawing/2014/main" id="{480F1753-783E-7EBA-E2B8-B625AF555F08}"/>
              </a:ext>
            </a:extLst>
          </p:cNvPr>
          <p:cNvSpPr txBox="1"/>
          <p:nvPr/>
        </p:nvSpPr>
        <p:spPr>
          <a:xfrm>
            <a:off x="3214487" y="7603958"/>
            <a:ext cx="834190" cy="923330"/>
          </a:xfrm>
          <a:prstGeom prst="rect">
            <a:avLst/>
          </a:prstGeom>
          <a:noFill/>
        </p:spPr>
        <p:txBody>
          <a:bodyPr wrap="square" rtlCol="0">
            <a:spAutoFit/>
          </a:bodyPr>
          <a:lstStyle/>
          <a:p>
            <a:r>
              <a:rPr lang="en-US" b="1" dirty="0"/>
              <a:t>Pop</a:t>
            </a:r>
          </a:p>
          <a:p>
            <a:r>
              <a:rPr lang="en-US" b="1" dirty="0" err="1"/>
              <a:t>Trt</a:t>
            </a:r>
            <a:endParaRPr lang="en-US" b="1" dirty="0"/>
          </a:p>
          <a:p>
            <a:r>
              <a:rPr lang="en-US" b="1" dirty="0"/>
              <a:t>Int</a:t>
            </a:r>
          </a:p>
        </p:txBody>
      </p:sp>
      <p:sp>
        <p:nvSpPr>
          <p:cNvPr id="6" name="TextBox 5">
            <a:extLst>
              <a:ext uri="{FF2B5EF4-FFF2-40B4-BE49-F238E27FC236}">
                <a16:creationId xmlns:a16="http://schemas.microsoft.com/office/drawing/2014/main" id="{E450761B-FD7D-D341-CAAC-06B47D3CAA80}"/>
              </a:ext>
            </a:extLst>
          </p:cNvPr>
          <p:cNvSpPr txBox="1"/>
          <p:nvPr/>
        </p:nvSpPr>
        <p:spPr>
          <a:xfrm>
            <a:off x="7338613" y="7475621"/>
            <a:ext cx="834190" cy="923330"/>
          </a:xfrm>
          <a:prstGeom prst="rect">
            <a:avLst/>
          </a:prstGeom>
          <a:noFill/>
        </p:spPr>
        <p:txBody>
          <a:bodyPr wrap="square" rtlCol="0">
            <a:spAutoFit/>
          </a:bodyPr>
          <a:lstStyle/>
          <a:p>
            <a:r>
              <a:rPr lang="en-US" b="1" dirty="0"/>
              <a:t>Pop</a:t>
            </a:r>
          </a:p>
          <a:p>
            <a:r>
              <a:rPr lang="en-US" b="1" dirty="0" err="1"/>
              <a:t>Trt</a:t>
            </a:r>
            <a:endParaRPr lang="en-US" b="1" dirty="0"/>
          </a:p>
          <a:p>
            <a:r>
              <a:rPr lang="en-US" dirty="0"/>
              <a:t>Int</a:t>
            </a:r>
          </a:p>
        </p:txBody>
      </p:sp>
    </p:spTree>
    <p:extLst>
      <p:ext uri="{BB962C8B-B14F-4D97-AF65-F5344CB8AC3E}">
        <p14:creationId xmlns:p14="http://schemas.microsoft.com/office/powerpoint/2010/main" val="13078816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D6D397F-7576-0A78-705C-87D5C55D3AAE}"/>
              </a:ext>
            </a:extLst>
          </p:cNvPr>
          <p:cNvPicPr>
            <a:picLocks noChangeAspect="1"/>
          </p:cNvPicPr>
          <p:nvPr/>
        </p:nvPicPr>
        <p:blipFill>
          <a:blip r:embed="rId3"/>
          <a:stretch>
            <a:fillRect/>
          </a:stretch>
        </p:blipFill>
        <p:spPr>
          <a:xfrm>
            <a:off x="36411" y="1"/>
            <a:ext cx="6059589" cy="5486400"/>
          </a:xfrm>
          <a:prstGeom prst="rect">
            <a:avLst/>
          </a:prstGeom>
        </p:spPr>
      </p:pic>
      <p:pic>
        <p:nvPicPr>
          <p:cNvPr id="9" name="Picture 8">
            <a:extLst>
              <a:ext uri="{FF2B5EF4-FFF2-40B4-BE49-F238E27FC236}">
                <a16:creationId xmlns:a16="http://schemas.microsoft.com/office/drawing/2014/main" id="{3C2B9192-831E-4361-0A53-F52BA619EBA5}"/>
              </a:ext>
            </a:extLst>
          </p:cNvPr>
          <p:cNvPicPr>
            <a:picLocks noChangeAspect="1"/>
          </p:cNvPicPr>
          <p:nvPr/>
        </p:nvPicPr>
        <p:blipFill>
          <a:blip r:embed="rId4"/>
          <a:stretch>
            <a:fillRect/>
          </a:stretch>
        </p:blipFill>
        <p:spPr>
          <a:xfrm>
            <a:off x="5940244" y="-1"/>
            <a:ext cx="6097503" cy="5486400"/>
          </a:xfrm>
          <a:prstGeom prst="rect">
            <a:avLst/>
          </a:prstGeom>
        </p:spPr>
      </p:pic>
      <p:pic>
        <p:nvPicPr>
          <p:cNvPr id="39" name="Picture 38">
            <a:extLst>
              <a:ext uri="{FF2B5EF4-FFF2-40B4-BE49-F238E27FC236}">
                <a16:creationId xmlns:a16="http://schemas.microsoft.com/office/drawing/2014/main" id="{F974E94F-93A6-184C-BE20-6B39CAF02332}"/>
              </a:ext>
            </a:extLst>
          </p:cNvPr>
          <p:cNvPicPr>
            <a:picLocks noChangeAspect="1"/>
          </p:cNvPicPr>
          <p:nvPr/>
        </p:nvPicPr>
        <p:blipFill>
          <a:blip r:embed="rId5"/>
          <a:stretch>
            <a:fillRect/>
          </a:stretch>
        </p:blipFill>
        <p:spPr>
          <a:xfrm>
            <a:off x="67678" y="5486399"/>
            <a:ext cx="5872566" cy="5486400"/>
          </a:xfrm>
          <a:prstGeom prst="rect">
            <a:avLst/>
          </a:prstGeom>
        </p:spPr>
      </p:pic>
      <p:pic>
        <p:nvPicPr>
          <p:cNvPr id="41" name="Picture 40">
            <a:extLst>
              <a:ext uri="{FF2B5EF4-FFF2-40B4-BE49-F238E27FC236}">
                <a16:creationId xmlns:a16="http://schemas.microsoft.com/office/drawing/2014/main" id="{8186D7EA-BB39-9CE6-6E0C-B38104AA3503}"/>
              </a:ext>
            </a:extLst>
          </p:cNvPr>
          <p:cNvPicPr>
            <a:picLocks noChangeAspect="1"/>
          </p:cNvPicPr>
          <p:nvPr/>
        </p:nvPicPr>
        <p:blipFill>
          <a:blip r:embed="rId6"/>
          <a:stretch>
            <a:fillRect/>
          </a:stretch>
        </p:blipFill>
        <p:spPr>
          <a:xfrm>
            <a:off x="6057217" y="5486399"/>
            <a:ext cx="6086887" cy="5486400"/>
          </a:xfrm>
          <a:prstGeom prst="rect">
            <a:avLst/>
          </a:prstGeom>
        </p:spPr>
      </p:pic>
      <p:sp>
        <p:nvSpPr>
          <p:cNvPr id="2" name="TextBox 1">
            <a:extLst>
              <a:ext uri="{FF2B5EF4-FFF2-40B4-BE49-F238E27FC236}">
                <a16:creationId xmlns:a16="http://schemas.microsoft.com/office/drawing/2014/main" id="{25819AB8-C412-61C7-556B-55627172C2FA}"/>
              </a:ext>
            </a:extLst>
          </p:cNvPr>
          <p:cNvSpPr txBox="1"/>
          <p:nvPr/>
        </p:nvSpPr>
        <p:spPr>
          <a:xfrm>
            <a:off x="997694" y="3697705"/>
            <a:ext cx="834190" cy="923330"/>
          </a:xfrm>
          <a:prstGeom prst="rect">
            <a:avLst/>
          </a:prstGeom>
          <a:noFill/>
        </p:spPr>
        <p:txBody>
          <a:bodyPr wrap="square" rtlCol="0">
            <a:spAutoFit/>
          </a:bodyPr>
          <a:lstStyle/>
          <a:p>
            <a:r>
              <a:rPr lang="en-US" dirty="0"/>
              <a:t>Pop</a:t>
            </a:r>
          </a:p>
          <a:p>
            <a:r>
              <a:rPr lang="en-US" b="1" dirty="0" err="1"/>
              <a:t>Trt</a:t>
            </a:r>
            <a:endParaRPr lang="en-US" b="1" dirty="0"/>
          </a:p>
          <a:p>
            <a:r>
              <a:rPr lang="en-US" dirty="0"/>
              <a:t>Int</a:t>
            </a:r>
          </a:p>
        </p:txBody>
      </p:sp>
      <p:sp>
        <p:nvSpPr>
          <p:cNvPr id="3" name="TextBox 2">
            <a:extLst>
              <a:ext uri="{FF2B5EF4-FFF2-40B4-BE49-F238E27FC236}">
                <a16:creationId xmlns:a16="http://schemas.microsoft.com/office/drawing/2014/main" id="{431A6483-6EA2-7173-5C80-0B526A2D7DB3}"/>
              </a:ext>
            </a:extLst>
          </p:cNvPr>
          <p:cNvSpPr txBox="1"/>
          <p:nvPr/>
        </p:nvSpPr>
        <p:spPr>
          <a:xfrm>
            <a:off x="6941293" y="3697705"/>
            <a:ext cx="834190" cy="923330"/>
          </a:xfrm>
          <a:prstGeom prst="rect">
            <a:avLst/>
          </a:prstGeom>
          <a:noFill/>
        </p:spPr>
        <p:txBody>
          <a:bodyPr wrap="square" rtlCol="0">
            <a:spAutoFit/>
          </a:bodyPr>
          <a:lstStyle/>
          <a:p>
            <a:r>
              <a:rPr lang="en-US" b="1" dirty="0"/>
              <a:t>Pop</a:t>
            </a:r>
          </a:p>
          <a:p>
            <a:r>
              <a:rPr lang="en-US" b="1" dirty="0" err="1"/>
              <a:t>Trt</a:t>
            </a:r>
            <a:endParaRPr lang="en-US" b="1" dirty="0"/>
          </a:p>
          <a:p>
            <a:r>
              <a:rPr lang="en-US" dirty="0"/>
              <a:t>Int</a:t>
            </a:r>
          </a:p>
        </p:txBody>
      </p:sp>
      <p:sp>
        <p:nvSpPr>
          <p:cNvPr id="4" name="TextBox 3">
            <a:extLst>
              <a:ext uri="{FF2B5EF4-FFF2-40B4-BE49-F238E27FC236}">
                <a16:creationId xmlns:a16="http://schemas.microsoft.com/office/drawing/2014/main" id="{52B0ECA1-5497-A636-2CFA-C4C2782403DC}"/>
              </a:ext>
            </a:extLst>
          </p:cNvPr>
          <p:cNvSpPr txBox="1"/>
          <p:nvPr/>
        </p:nvSpPr>
        <p:spPr>
          <a:xfrm>
            <a:off x="845293" y="9184105"/>
            <a:ext cx="834190" cy="923330"/>
          </a:xfrm>
          <a:prstGeom prst="rect">
            <a:avLst/>
          </a:prstGeom>
          <a:noFill/>
        </p:spPr>
        <p:txBody>
          <a:bodyPr wrap="square" rtlCol="0">
            <a:spAutoFit/>
          </a:bodyPr>
          <a:lstStyle/>
          <a:p>
            <a:r>
              <a:rPr lang="en-US" dirty="0"/>
              <a:t>Pop</a:t>
            </a:r>
          </a:p>
          <a:p>
            <a:r>
              <a:rPr lang="en-US" b="1" dirty="0" err="1"/>
              <a:t>Trt</a:t>
            </a:r>
            <a:endParaRPr lang="en-US" b="1" dirty="0"/>
          </a:p>
          <a:p>
            <a:r>
              <a:rPr lang="en-US" dirty="0"/>
              <a:t>Int</a:t>
            </a:r>
          </a:p>
        </p:txBody>
      </p:sp>
      <p:sp>
        <p:nvSpPr>
          <p:cNvPr id="5" name="TextBox 4">
            <a:extLst>
              <a:ext uri="{FF2B5EF4-FFF2-40B4-BE49-F238E27FC236}">
                <a16:creationId xmlns:a16="http://schemas.microsoft.com/office/drawing/2014/main" id="{23655A04-18DA-01F1-F379-BCE4218DD698}"/>
              </a:ext>
            </a:extLst>
          </p:cNvPr>
          <p:cNvSpPr txBox="1"/>
          <p:nvPr/>
        </p:nvSpPr>
        <p:spPr>
          <a:xfrm>
            <a:off x="7133799" y="9184105"/>
            <a:ext cx="834190" cy="923330"/>
          </a:xfrm>
          <a:prstGeom prst="rect">
            <a:avLst/>
          </a:prstGeom>
          <a:noFill/>
        </p:spPr>
        <p:txBody>
          <a:bodyPr wrap="square" rtlCol="0">
            <a:spAutoFit/>
          </a:bodyPr>
          <a:lstStyle/>
          <a:p>
            <a:r>
              <a:rPr lang="en-US" dirty="0"/>
              <a:t>Pop</a:t>
            </a:r>
          </a:p>
          <a:p>
            <a:r>
              <a:rPr lang="en-US" b="1" dirty="0" err="1"/>
              <a:t>Trt</a:t>
            </a:r>
            <a:endParaRPr lang="en-US" b="1" dirty="0"/>
          </a:p>
          <a:p>
            <a:r>
              <a:rPr lang="en-US" dirty="0"/>
              <a:t>Int</a:t>
            </a:r>
          </a:p>
        </p:txBody>
      </p:sp>
    </p:spTree>
    <p:extLst>
      <p:ext uri="{BB962C8B-B14F-4D97-AF65-F5344CB8AC3E}">
        <p14:creationId xmlns:p14="http://schemas.microsoft.com/office/powerpoint/2010/main" val="222203833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110</TotalTime>
  <Words>825</Words>
  <Application>Microsoft Office PowerPoint</Application>
  <PresentationFormat>Custom</PresentationFormat>
  <Paragraphs>243</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Buysse, Sophie</dc:creator>
  <cp:lastModifiedBy>Buysse, Sophie</cp:lastModifiedBy>
  <cp:revision>1</cp:revision>
  <dcterms:created xsi:type="dcterms:W3CDTF">2024-08-05T20:53:39Z</dcterms:created>
  <dcterms:modified xsi:type="dcterms:W3CDTF">2024-08-15T19:30:47Z</dcterms:modified>
</cp:coreProperties>
</file>